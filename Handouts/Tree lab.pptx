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1" autoAdjust="0"/>
    <p:restoredTop sz="94660"/>
  </p:normalViewPr>
  <p:slideViewPr>
    <p:cSldViewPr>
      <p:cViewPr varScale="1">
        <p:scale>
          <a:sx n="104" d="100"/>
          <a:sy n="104" d="100"/>
        </p:scale>
        <p:origin x="11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	 	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228600" indent="-228600">
              <a:buAutoNum type="alphaLcParenBoth" startAt="4"/>
            </a:pPr>
            <a:endParaRPr lang="en-US" sz="1200" dirty="0">
              <a:latin typeface="Times New Roman" pitchFamily="18" charset="0"/>
            </a:endParaRP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329</Words>
  <Application>Microsoft Office PowerPoint</Application>
  <PresentationFormat>On-screen Show (4:3)</PresentationFormat>
  <Paragraphs>110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yoni rubin</cp:lastModifiedBy>
  <cp:revision>24</cp:revision>
  <cp:lastPrinted>2016-04-12T17:35:20Z</cp:lastPrinted>
  <dcterms:created xsi:type="dcterms:W3CDTF">2006-11-01T05:42:40Z</dcterms:created>
  <dcterms:modified xsi:type="dcterms:W3CDTF">2026-03-29T01:16:18Z</dcterms:modified>
</cp:coreProperties>
</file>