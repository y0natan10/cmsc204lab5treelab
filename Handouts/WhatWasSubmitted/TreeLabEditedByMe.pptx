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 varScale="1">
        <p:scale>
          <a:sx n="102" d="100"/>
          <a:sy n="102" d="100"/>
        </p:scale>
        <p:origin x="12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48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7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24575,'0'18'0,"-1"12"0,1 1 0,1 0 0,2 0 0,1-1 0,16 56 0,8-19 0,-18-47 0,-2 1 0,8 24 0,7 73 0,-20-96 0,0 8-1365,-2-16-5461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 24575,'-3'-1'0,"1"1"0,-1 0 0,1 0 0,-1 0 0,1 1 0,0-1 0,-1 0 0,1 1 0,0 0 0,-1 0 0,1-1 0,0 1 0,0 0 0,0 1 0,-1-1 0,1 0 0,0 1 0,1-1 0,-1 1 0,0 0 0,0-1 0,1 1 0,-1 0 0,1 0 0,-1 0 0,1 0 0,0 0 0,0 0 0,0 1 0,0-1 0,0 0 0,1 0 0,-2 5 0,-2 20 0,1-1 0,1 1 0,1-1 0,1 1 0,5 34 0,-4-58 0,-1 0 0,1 0 0,-1 0 0,1 0 0,0 0 0,1 0 0,-1 0 0,0 0 0,1 0 0,-1-1 0,1 1 0,0 0 0,0-1 0,0 0 0,0 1 0,1-1 0,-1 0 0,1 0 0,-1 0 0,1-1 0,-1 1 0,1 0 0,0-1 0,0 0 0,0 0 0,0 0 0,0 0 0,0 0 0,4 0 0,11 2 0,0-2 0,0 0 0,0 0 0,20-3 0,-6 0 0,43 2 0,-31 2 0,78-10 0,-105 5 30,1-1 0,-2 0 0,27-11 0,-35 11-179,0 1 1,0-1-1,-1-1 1,1 1-1,-1-1 1,0 0-1,-1-1 1,1 0-1,5-7 1,-2-1-6678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9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24575,'4'72'0,"24"142"0,-16-145 0,10 124 0,-19-160-1365,-3-19-5461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4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24575,'1'-1'0,"-1"0"0,0 0 0,1 1 0,-1-1 0,1 0 0,-1 1 0,1-1 0,-1 1 0,1-1 0,-1 0 0,1 1 0,-1-1 0,1 1 0,0 0 0,-1-1 0,1 1 0,0-1 0,0 1 0,-1 0 0,1 0 0,0-1 0,0 1 0,-1 0 0,1 0 0,0 0 0,1 0 0,27-3 0,-25 3 0,26-1 0,0 1 0,0 1 0,-1 2 0,1 1 0,51 14 0,52 9 0,-130-27 0,-1 0 0,0 1 0,1 0 0,-1-1 0,0 1 0,0 0 0,0 0 0,0 0 0,0 0 0,0 1 0,0-1 0,0 1 0,0-1 0,0 1 0,-1-1 0,1 1 0,-1 0 0,1 0 0,-1 0 0,0 0 0,0 0 0,0 0 0,0 0 0,0 0 0,0 1 0,0-1 0,-1 0 0,1 4 0,1 7 0,-1 0 0,0-1 0,-1 1 0,-2 16 0,0-5 0,2-20 0,-1 0 0,1 0 0,-1 1 0,0-1 0,-1 0 0,1 0 0,-1 0 0,1-1 0,-1 1 0,0 0 0,0-1 0,-1 1 0,1-1 0,-1 0 0,-3 4 0,-6 4 0,-1 0 0,-22 15 0,-2 2 0,16-8-25,1 1-1,1 1 0,-24 36 1,13-18-1238,15-21-5563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6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 24575,'0'-6'0,"0"0"0,0 0 0,1 0 0,0 0 0,0 0 0,0 0 0,1 0 0,0 0 0,3-7 0,-3 10 0,-1 1 0,1-1 0,0 1 0,0-1 0,0 1 0,1 0 0,-1 0 0,1 0 0,-1 0 0,1 0 0,-1 1 0,1-1 0,0 1 0,0 0 0,0 0 0,-1 0 0,1 0 0,1 0 0,-1 0 0,3 0 0,3 0 0,0 0 0,0 1 0,0 0 0,0 0 0,0 0 0,0 2 0,0-1 0,0 1 0,0 0 0,0 1 0,-1 0 0,10 4 0,-14-5 0,1 1 0,-1 0 0,0-1 0,0 2 0,0-1 0,0 0 0,-1 1 0,1-1 0,-1 1 0,0 0 0,0 0 0,0 1 0,-1-1 0,1 0 0,-1 1 0,0 0 0,0-1 0,-1 1 0,0 0 0,0 0 0,0 0 0,0 0 0,0 7 0,-1-5 0,0 0 0,-1 1 0,1-1 0,-2 0 0,1 1 0,-1-1 0,0 0 0,0 0 0,-1 0 0,0 0 0,0-1 0,0 1 0,-1-1 0,0 0 0,-1 0 0,1 0 0,-1-1 0,0 1 0,0-1 0,-1 0 0,0-1 0,0 1 0,-7 3 0,-50 26 0,62-34 0,0 0 0,1 1 0,-1-1 0,1 0 0,-1 1 0,1-1 0,-1 0 0,1 1 0,-1-1 0,1 1 0,-1-1 0,1 1 0,-1-1 0,1 1 0,0-1 0,-1 1 0,1-1 0,0 1 0,0-1 0,-1 1 0,1 0 0,0 0 0,0-1 0,0 1 0,0-1 0,1 1 0,-1-1 0,0 1 0,0-1 0,1 1 0,-1-1 0,0 1 0,1-1 0,-1 1 0,0-1 0,1 0 0,-1 1 0,1-1 0,-1 0 0,0 1 0,1-1 0,-1 0 0,2 1 0,33 11 0,-26-9 0,2 0 0,0 1 0,-1 0 0,1 1 0,18 12 0,-26-15 0,0 0 0,0 1 0,-1-1 0,1 1 0,-1 0 0,0-1 0,0 1 0,0 0 0,0 1 0,0-1 0,0 0 0,-1 0 0,0 1 0,0-1 0,0 1 0,0-1 0,0 1 0,-1 0 0,1 5 0,-1-6 0,1 1 0,-1 0 0,0 0 0,-1 0 0,1 0 0,-1 0 0,0 0 0,0-1 0,0 1 0,0 0 0,-1-1 0,1 1 0,-4 4 0,3-6 0,0 1 0,0-1 0,-1 0 0,1 0 0,-1 0 0,1 0 0,-1 0 0,0 0 0,0-1 0,0 1 0,0-1 0,0 0 0,0 0 0,0 0 0,0-1 0,-5 2 0,-13 0-9,0-1 1,0 0-1,-23-3 0,5 1-1321,25 0-5496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9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24575,'0'-2'0,"0"0"0,0 0 0,0-1 0,1 1 0,-1 0 0,0 0 0,1 0 0,-1 0 0,1 0 0,0 0 0,-1 0 0,1 0 0,0 1 0,0-1 0,1 0 0,-1 0 0,0 1 0,3-3 0,-2 2 0,0 1 0,1-1 0,-1 1 0,1 0 0,-1 0 0,1 0 0,0 0 0,-1 1 0,1-1 0,0 1 0,0-1 0,-1 1 0,6 0 0,-2 1 0,1 0 0,-1 0 0,0 0 0,0 1 0,1-1 0,-1 1 0,-1 1 0,1 0 0,0-1 0,0 2 0,5 3 0,9 7 0,26 24 0,-46-37 0,15 11 0,-1 1 0,20 24 0,-31-32 0,0 0 0,1 0 0,-1 0 0,-1 0 0,1 0 0,-1 0 0,0 1 0,0-1 0,-1 1 0,1 0 0,-1-1 0,0 12 0,-4 102 0,2-116 0,1 1 0,-1 0 0,0-1 0,0 1 0,0-1 0,-1 0 0,1 0 0,-1 1 0,0-1 0,0 0 0,0 0 0,0 0 0,-1-1 0,1 1 0,-1 0 0,1-1 0,-5 3 0,-5 3 0,0 0 0,-1-1 0,-14 6 0,1 0 0,25-13 0,1 0 0,0 0 0,0 0 0,-1 0 0,1 1 0,0-1 0,-1 0 0,1 0 0,0 0 0,0 0 0,-1 0 0,1 0 0,0 0 0,0 1 0,-1-1 0,1 0 0,0 0 0,0 0 0,0 1 0,-1-1 0,1 0 0,0 0 0,0 0 0,0 1 0,0-1 0,0 0 0,-1 0 0,1 1 0,0-1 0,0 0 0,0 1 0,0-1 0,0 0 0,0 0 0,0 1 0,0-1 0,0 0 0,0 0 0,0 1 0,0-1 0,0 1 0,14 3 0,27-4 0,-38 0 0,37 1 0,65 9 0,-54-6-1365,-37-3-5461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9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24575,'3'0'0,"4"0"0,3 0 0,4 0 0,1 0 0,2 0 0,0 0 0,1 0 0,0 0 0,0 0 0,-1 0 0,0 0 0,1 0 0,-1 0 0,-3 3 0,-1 1 0,-2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4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224 575 24575,'0'-25'0,"-2"0"0,0 0 0,-1 0 0,-2 1 0,0-1 0,-15-38 0,16 50 0,0-1 0,1 0 0,0 0 0,-1-28 0,6-61 0,0 35 0,-1 50 0,-1-23 0,0 39 0,0 0 0,0 0 0,0 0 0,0 0 0,-1 0 0,1 0 0,-1 1 0,0-1 0,1 0 0,-1 0 0,0 0 0,0 1 0,0-1 0,0 1 0,-3-3 0,3 3 0,1 0 0,-1 1 0,0-1 0,0 1 0,0 0 0,0-1 0,-1 1 0,1 0 0,0 0 0,0 0 0,0 0 0,0 0 0,0 0 0,0 0 0,0 0 0,0 0 0,0 0 0,0 0 0,0 1 0,0-1 0,0 0 0,0 1 0,0-1 0,0 1 0,0-1 0,0 1 0,0-1 0,0 1 0,0 0 0,0 1 0,-27 26 0,25-24 0,-75 79 0,76-79-227,-1-1-1,0 1 1,1-1-1,0 1 1,-3 6-1,0 3-6598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5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24575,'2'0'0,"5"0"0,4 0 0,2 0 0,3 0 0,0 0 0,2 0 0,0 0 0,0 0 0,-1 0 0,1 0 0,-1 0 0,-3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8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24575,'64'14'0,"25"-8"0,-12-1 0,128 25 0,-180-25 0,-7-2 0,-1 1 0,31 11 0,-45-14 0,0 1 0,1-1 0,-1 1 0,0 0 0,0-1 0,0 1 0,-1 1 0,1-1 0,0 0 0,-1 1 0,1-1 0,-1 1 0,0 0 0,0-1 0,0 1 0,0 0 0,-1 1 0,1-1 0,-1 0 0,2 4 0,-3-5 0,0 0 0,0 0 0,0 0 0,0 0 0,-1 0 0,1 1 0,0-1 0,-1 0 0,0 0 0,1 0 0,-1 0 0,0 0 0,0 0 0,0 0 0,0 0 0,0-1 0,-1 1 0,1 0 0,0-1 0,-1 1 0,0-1 0,1 1 0,-1-1 0,0 0 0,1 0 0,-1 1 0,0-1 0,-2 0 0,-8 5 0,1 0 0,-1-2 0,-16 6 0,27-10 0,-50 18 0,31-10 0,-35 9 0,46-14 0,0 0 0,0 0 0,1 0 0,-1 1 0,1 1 0,0-1 0,0 1 0,1 1 0,-11 8 0,7-4 0,1 1 0,0 0 0,0 0 0,1 1 0,-8 14 0,-2 5-52,6-10-604,-17 36-1,24-43-6169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3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0,-1-1 0,1 1 0,0-1 0,0 0 0,-1 1 0,1-1 0,-1 1 0,1 0 0,0-1 0,-1 1 0,1-1 0,-1 1 0,1 0 0,-1-1 0,0 1 0,1 0 0,-1 0 0,0-1 0,1 1 0,-1 0 0,0 0 0,0 0 0,0-1 0,0 1 0,0 1 0,3 26 0,-2-25 0,-1-2 0,1 28 0,1 0 0,2 0 0,9 36 0,-7-43 7,-2 0-1,0 0 1,0 33 0,-5 69-110,-1-42-1186,2-67-5537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43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24575,'31'7'0,"-6"-1"0,38-4 0,-49-3 0,0 1 0,-1 1 0,1 0 0,17 4 0,-24-2 0,-1-1 0,0 1 0,0 1 0,-1-1 0,1 1 0,-1 0 0,1 0 0,-1 0 0,0 1 0,-1 0 0,6 7 0,21 19 0,-27-28 0,-1 0 0,0 1 0,0-1 0,0 1 0,0 0 0,0 0 0,-1 0 0,0 0 0,0 0 0,0 1 0,0-1 0,-1 0 0,1 1 0,-1-1 0,0 1 0,0 6 0,0 6 0,-1 1 0,0-1 0,-4 19 0,3-31 0,1-2 0,0-1 0,-1 1 0,0-1 0,1 1 0,-1-1 0,0 1 0,0-1 0,-1 0 0,1 1 0,0-1 0,-1 0 0,1 0 0,-1 0 0,0 0 0,1 0 0,-1-1 0,0 1 0,0 0 0,0-1 0,-1 1 0,1-1 0,0 0 0,-1 0 0,1 0 0,0 0 0,-1 0 0,1 0 0,-1-1 0,-4 1 0,-9 1 0,1-1 0,-1-1 0,1 0 0,-17-2 0,0-1 0,28 4 0,1-1 0,-1 0 0,0-1 0,0 1 0,0-1 0,1 1 0,-1-1 0,0 0 0,1-1 0,-1 1 0,1-1 0,-1 1 0,1-1 0,0 0 0,-1 0 0,1 0 0,0-1 0,1 1 0,-1-1 0,0 0 0,1 0 0,-1 0 0,1 0 0,0 0 0,0 0 0,0-1 0,0 1 0,1 0 0,0-1 0,-1 0 0,1 1 0,0-1 0,1 0 0,-1 1 0,0-6 0,1 5 0,-1-1 0,1 1 0,0-1 0,0 0 0,1 1 0,-1-1 0,1 1 0,0-1 0,0 1 0,1-1 0,-1 1 0,1 0 0,0 0 0,0 0 0,5-8 0,-2 6 0,1 1 0,-1-1 0,1 1 0,0 0 0,0 1 0,1-1 0,0 1 0,11-5 0,-16 8 0,8-4 0,-1 1 0,1-1 0,0 2 0,21-6 0,-29 9 0,1 0 0,-1-1 0,1 1 0,-1 0 0,1 0 0,-1 1 0,1-1 0,-1 0 0,1 1 0,-1 0 0,1-1 0,-1 1 0,0 0 0,1 0 0,-1 0 0,0 1 0,0-1 0,0 0 0,0 1 0,0 0 0,0-1 0,0 1 0,0 0 0,-1 0 0,1 0 0,1 3 0,4 7 0,-1 0 0,-1 1 0,0-1 0,0 1 0,-1 0 0,-1 0 0,-1 1 0,3 23 0,-5 116 0,-1-100 0,0 170-1365,1-208-5461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24575,'-2'72'0,"4"78"0,-1-144 0,1 0 0,0 0 0,0 0 0,0 0 0,1 0 0,0-1 0,0 1 0,6 8 0,6 11 0,-13-23 0,0 1 0,-1-1 0,1 1 0,0-1 0,0 0 0,1 1 0,-1-1 0,0 0 0,1-1 0,-1 1 0,1 0 0,0-1 0,-1 1 0,1-1 0,0 0 0,0 0 0,0 0 0,0 0 0,0 0 0,4 0 0,7 0 0,0 0 0,1-1 0,17-2 0,-4 0 0,-2 1 0,-10 2 0,0-1 0,0-1 0,0 0 0,0-2 0,0 1 0,-1-2 0,1 0 0,19-9 0,-25 8 30,0 0 0,0-1 0,12-10 0,-19 14-154,0-1 0,1 0 1,-1 0-1,0-1 0,0 1 0,-1-1 1,1 0-1,-1 1 0,0-1 0,0 0 1,2-5-1,-1-4-6702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5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24575,'0'593'0,"3"-558"-1365,1-23-5461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 24575,'-1'43'0,"3"50"0,-2-90 0,1 0 0,-1 0 0,1 0 0,0 0 0,0 0 0,0 0 0,1 0 0,-1 0 0,1 0 0,-1-1 0,1 1 0,3 3 0,31 26 0,-29-27 0,0 1 0,0 0 0,-1 0 0,7 8 0,-7-4 0,0 1 0,0-1 0,-1 1 0,0 0 0,-1 0 0,0 1 0,-1-1 0,-1 1 0,0 0 0,0 0 0,-1 0 0,0 0 0,-1 0 0,-1 0 0,-2 15 0,3-25 0,0 0 0,0-1 0,-1 1 0,1-1 0,-1 1 0,1-1 0,-1 1 0,1-1 0,-1 1 0,0-1 0,0 0 0,1 1 0,-1-1 0,0 0 0,0 0 0,0 0 0,-1 0 0,1 0 0,0 0 0,0 0 0,-3 2 0,1-2 0,1-1 0,-1 1 0,1 0 0,-1-1 0,1 1 0,-1-1 0,0 0 0,1 0 0,-1 0 0,1 0 0,-1-1 0,-2 0 0,-3-1 0,0 0 0,0 0 0,1-1 0,-1 0 0,1-1 0,0 0 0,-11-7 0,-2-5-103,3 4-318,1-1 1,-23-24-1,30 26-6405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6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24575,'2'-2'0,"1"1"0,-1-1 0,0 1 0,0 0 0,1-1 0,-1 1 0,1 0 0,-1 0 0,1 1 0,-1-1 0,6 0 0,32-2 0,-28 3 0,139-1 57,-80 2-1479,-57-1-5404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7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9:25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2 24575,'-72'-1'0,"-78"2"0,146 0 0,0-1 0,0 1 0,1 0 0,-1 0 0,0 0 0,1 1 0,-1-1 0,1 1 0,0 0 0,-1 0 0,1 0 0,0 0 0,0 1 0,0-1 0,1 1 0,-1-1 0,1 1 0,-1 0 0,1 0 0,0 0 0,0 1 0,0-1 0,1 0 0,-1 1 0,1-1 0,-1 1 0,1 0 0,-1 5 0,-1 10 0,1 0 0,0 0 0,1 0 0,2 26 0,0-24 0,-2 16 0,1 23 0,0-55 0,0 0 0,1 0 0,0 0 0,0 0 0,1 0 0,-1 0 0,1-1 0,0 1 0,3 5 0,-3-8 0,0 0 0,1 1 0,-1-1 0,1 0 0,-1 0 0,1 0 0,0 0 0,-1 0 0,1-1 0,0 1 0,6 1 0,41 11 0,-28-8 0,6 0 0,1-1 0,-1-2 0,1-1 0,-1 0 0,36-5 0,-3 2 0,-58 1 0,-1 0 0,1 0 0,-1 0 0,1 0 0,-1 0 0,1-1 0,-1 1 0,0-1 0,1 0 0,-1 0 0,1 0 0,-1 0 0,0 0 0,0 0 0,0 0 0,0-1 0,0 1 0,2-3 0,-2 2 0,-1-1 0,1 1 0,-1-1 0,0 1 0,0-1 0,0 0 0,0 1 0,-1-1 0,1 0 0,-1 0 0,0 0 0,1 1 0,-1-1 0,0 0 0,-1 0 0,0-3 0,1 0 0,-1-1 0,-1 1 0,1 0 0,-1 1 0,0-1 0,0 0 0,-1 0 0,0 1 0,0-1 0,0 1 0,0 0 0,-1 0 0,0 0 0,0 1 0,0-1 0,-1 1 0,0 0 0,1 0 0,-1 1 0,-1-1 0,1 1 0,0 0 0,-1 1 0,-9-4 0,1 1 0,-2 1 0,1 0 0,0 1 0,-1 1 0,1 0 0,-1 1 0,1 1 0,-26 3 0,36-2 0,0-1 0,0 2 0,0-1 0,1 1 0,-1 0 0,0 0 0,1 0 0,-1 0 0,1 1 0,0 0 0,-8 6 0,-1 3 0,0 2 0,-11 14 0,13-14 0,0-1 0,-14 12 0,20-21-151,-1 0-1,1 0 0,-1-1 0,1 1 1,-1-1-1,0 0 0,0-1 1,-8 3-1,-1-2-6674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9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1061 2 24575,'-25'-1'0,"13"1"0,-1 0 0,1 0 0,-18 3 0,26-2 0,0 0 0,1 0 0,-1 1 0,0-1 0,1 1 0,-1 0 0,1 0 0,-1 0 0,1 0 0,0 0 0,0 1 0,0-1 0,0 1 0,-4 6 0,-94 115 0,81-102 0,-1-1 0,-1-1 0,-33 23 0,48-38 0,0 0 0,1 0 0,0 1 0,0 0 0,0 1 0,-9 13 0,4-1 0,-13 28 0,20-39 0,-14 26 0,-3-2 0,0 0 0,-37 41 0,39-50 0,-16 17 0,19-24 0,-18 26 0,10-10 0,-2-1 0,-47 44 0,-4 4 0,67-70 0,0 1 0,-1-1 0,0-1 0,-18 11 0,16-11 0,0 0 0,1 1 0,-17 16 0,-4 11-1365,23-24-5461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20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24575,'2'1'0,"1"0"0,-1 0 0,0 1 0,1-1 0,-1 1 0,0 0 0,0-1 0,0 1 0,0 0 0,0 0 0,-1 1 0,3 2 0,3 4 0,18 14 0,0-1 0,37 24 0,-30-23 0,40 37 0,-50-39 0,2-1 0,47 29 0,58 25 0,-98-56 0,-16-10 0,0 1 0,0 1 0,-1 0 0,0 1 0,-1 0 0,12 14 0,0 0 0,2-1 0,0-1 0,55 34 0,98 43 0,-132-78-85,28 15 285,-69-33-385,1 1 0,-1 0 0,0 0 0,0 1 0,-1 0 0,0 0 0,7 9 0,-7-6-6641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2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24575,'-2'83'0,"0"-32"0,9 94 0,23-6 0,-29-131 0,4 24 0,0-1 0,3 1 0,13 38 0,-16-56 0,-1 0 0,4 22 0,-7-28 0,0 0 0,1 0 0,0 0 0,0 0 0,1 0 0,0 0 0,0-1 0,1 0 0,0 1 0,0-1 0,8 10 0,-5-10 0,-2 1 0,1 1 0,-1-1 0,0 1 0,5 12 0,-5-10 0,0-1 0,1 0 0,9 13 0,-7-12 0,-1 1 0,-1 0 0,0 0 0,0 0 0,4 15 0,-5-14 0,0 0 0,0 0 0,1-1 0,15 22 0,3 1 73,9 10-1511,-26-37-5388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5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24575,'10'1'0,"-1"0"0,1 0 0,-1 0 0,0 2 0,0-1 0,0 1 0,10 4 0,59 34 0,-35-17 0,255 129 0,-256-132 0,-25-14 0,32 21 0,-11-4 0,-24-16 0,0 1 0,-1 0 0,0 2 0,15 13 0,-12-8 0,2-1 0,0-1 0,30 18 0,-24-17 0,53 28 0,-50-31-1365,-14-9-5461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7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1 24575,'-1'3'0,"-1"1"0,1-1 0,-1 0 0,1 1 0,-1-1 0,0 0 0,0 0 0,0 0 0,-1-1 0,1 1 0,-5 3 0,-2 4 0,-1 4 0,1 1 0,0 0 0,1 0 0,-9 26 0,-15 29 0,26-62 0,0 1 0,-1-1 0,0 0 0,-1-1 0,-11 10 0,-14 15 0,-106 96 0,96-96 0,34-27 0,1 0 0,0 0 0,1 1 0,-1 1 0,1-1 0,1 1 0,-1 0 0,1 1 0,-8 12 0,-31 77 0,39-84-1365,1-2-5461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9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24575,'0'2'0,"0"22"0,5 36 0,-4-52 0,0 0 0,1 0 0,1-1 0,-1 1 0,1-1 0,0 0 0,1 0 0,7 11 0,-5-9 0,2 2 0,0 1 0,0 0 0,-1 1 0,10 23 0,-3 6 0,2-1 0,32 60 0,-38-87 0,20 24 0,5 5 0,-33-39 0,3 4 0,0 0 0,0-1 0,0 0 0,1 0 0,0 0 0,0-1 0,1 0 0,-1 0 0,1 0 0,1-1 0,8 5 0,-13-8 0,0-1 0,-1 1 0,1 0 0,0 1 0,-1-1 0,1 0 0,-1 1 0,0-1 0,0 1 0,0 0 0,2 3 0,17 38 0,-6-9 0,-4-11-1365,-7-13-5461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0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24575,'22'37'0,"1"0"0,35 40 0,-37-51 0,24 27 0,3-1 0,2-2 0,2-3 0,2-2 0,68 43 0,-114-83 0,-1 0 0,-1 1 0,1-1 0,-1 1 0,11 13 0,-14-14 0,0 0 0,0-1 0,-1 1 0,0 0 0,0 0 0,0 1 0,-1-1 0,1 0 0,-1 0 0,0 9 0,-1-10-97,1-1-1,-1 1 1,1-1-1,0 1 1,0-1-1,0 1 1,0-1-1,0 1 1,1-1-1,0 0 1,-1 0-1,1 0 0,5 5 1,6 5-6729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1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24575,'6'10'0,"0"0"0,1 0 0,0 0 0,1-1 0,0 0 0,0-1 0,1 0 0,0 0 0,11 6 0,15 9 0,47 23 0,-46-26 0,15 4 0,-32-15 0,0 0 0,26 17 0,-37-19 21,-1 1-1,1-1 1,-1 1-1,-1 0 1,12 17-1,-13-15-268,1-2 0,1 1 0,0-1 0,0 0 0,13 11 0,-8-11-6578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3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9 24575,'0'0'0,"0"0"0,0-1 0,0 1 0,0 0 0,0-1 0,0 1 0,0 0 0,0-1 0,0 1 0,0 0 0,0 0 0,0-1 0,0 1 0,0 0 0,0-1 0,0 1 0,0 0 0,-1 0 0,1-1 0,0 1 0,0 0 0,0 0 0,-1-1 0,1 1 0,0 0 0,0 0 0,-1 0 0,1-1 0,0 1 0,0 0 0,-1 0 0,1 0 0,0 0 0,0 0 0,-1 0 0,1-1 0,0 1 0,-1 0 0,1 0 0,0 0 0,-1 0 0,1 0 0,0 0 0,0 0 0,-1 0 0,1 0 0,0 0 0,-1 1 0,1-1 0,-1 0 0,0 0 0,0 1 0,0-1 0,0 1 0,0 0 0,0-1 0,0 1 0,0 0 0,0 0 0,0-1 0,0 1 0,0 0 0,-1 2 0,-6 13 0,1 1 0,0 1 0,-8 29 0,4-10 0,-18 66 0,16-54 0,-35 85 0,-42 103 0,54-135 0,4-13 0,-78 188 0,95-248 0,-1 0 0,-1-1 0,-1 0 0,-2-2 0,0 0 0,-49 45 0,52-58 0,-1 0 0,0-2 0,-36 18 0,32-18 0,0 1 0,-25 18 0,33-20-1365,4-4-5461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4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24575,'1'17'0,"1"1"0,0-1 0,1 1 0,9 29 0,30 66 0,-20-58 0,5 7 0,2-2 0,3-1 0,40 56 0,6 19 0,-25-39 0,-16-45 0,-27-38 0,0 1 0,11 20 0,-10-10 0,10 28 0,-17-37 0,1-1 0,0 0 0,1 0 0,0-1 0,1 0 0,1 0 0,0 0 0,12 13 0,-7-12 0,0 2 0,0-1 0,-1 2 0,-1-1 0,-1 2 0,0-1 0,8 21 0,-3-4-1365,-8-18-5461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5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24575,'1'0'0,"1"1"0,-1-1 0,1 1 0,-1-1 0,1 1 0,-1 0 0,1-1 0,-1 1 0,1 0 0,-1 0 0,0 0 0,0 0 0,0 0 0,1 0 0,0 2 0,18 23 0,-15-19 0,84 119 0,38 49 0,37 1 0,-119-132 0,94 69 0,-82-81 0,-46-28 0,-1 1 0,0 1 0,0 0 0,0 1 0,-1-1 0,16 16 0,-20-17 0,0 0 0,0-1 0,0 0 0,1 0 0,0 0 0,-1-1 0,1 0 0,1 0 0,6 2 0,11 3 0,27 5 0,-25-7 0,2 0-682,46 4-1,-43-8-6143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6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24575,'0'-1'0,"1"0"0,-1 0 0,1 0 0,-1 0 0,1 1 0,0-1 0,-1 0 0,1 0 0,0 1 0,-1-1 0,1 0 0,0 1 0,0-1 0,-1 1 0,1-1 0,0 1 0,0 0 0,0-1 0,0 1 0,0 0 0,0-1 0,0 1 0,-1 0 0,1 0 0,0 0 0,0 0 0,2 0 0,27-2 0,-23 2 0,-1 1 0,1 0 0,0 0 0,0 1 0,-1 0 0,1 0 0,-1 1 0,1-1 0,-1 1 0,0 1 0,0-1 0,8 7 0,4 5 0,-1 1 0,22 25 0,0 1 0,-9-12 0,1-2 0,2-1 0,64 41 0,-47-35 0,82 68 0,3 3 0,-15-8-3886,-85-65 2108,0-3-1,46 29 1,-60-46 4233,1 0-1,44 15 0,-18-13-1961,-31-9-7319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942 9 24575,'0'0'0,"0"-1"0,0 1 0,0-1 0,-1 1 0,1 0 0,0-1 0,0 1 0,0-1 0,-1 1 0,1 0 0,0-1 0,-1 1 0,1 0 0,0-1 0,-1 1 0,1 0 0,0 0 0,-1-1 0,1 1 0,-1 0 0,1 0 0,0 0 0,-1-1 0,1 1 0,-1 0 0,1 0 0,-1 0 0,1 0 0,-1 0 0,1 0 0,0 0 0,-1 0 0,1 0 0,-1 0 0,1 0 0,-1 0 0,1 0 0,-1 1 0,1-1 0,0 0 0,-1 0 0,1 0 0,-1 1 0,1-1 0,0 0 0,-1 1 0,-22 9 0,17-6 0,0 0 0,0 1 0,1-1 0,-1 1 0,1 0 0,0 0 0,-6 10 0,-28 46 0,6-7 0,-60 60 0,57-72 0,-52 77 0,33-37 0,47-72 0,-1 0 0,1-1 0,-2-1 0,1 1 0,-20 12 0,18-14 0,0 1 0,1-1 0,0 2 0,1 0 0,0 0 0,0 1 0,1 0 0,0 0 0,-13 22 0,6-6 0,1-4 0,-19 44 0,27-54 0,0-1 0,-1 0 0,0 0 0,-10 11 0,10-13 0,0-1 0,1 1 0,0 0 0,1 1 0,0 0 0,-4 11 0,6-10 0,1 0 0,0 1 0,0 13 0,1-16 0,1 1 0,-2 0 0,1-1 0,-2 1 0,-3 12 0,-2-5 0,-1 0 0,-20 28 0,21-33 0,0-1 0,1 1 0,0 1 0,1-1 0,0 1 0,-7 27 0,10-28-170,0 0-1,-1 0 0,-1 0 1,1 0-1,-2-1 0,1 0 1,-12 15-1,9-14-6655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4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24575,'1'10'0,"0"1"0,6 21 0,-2-6 0,-1-10 0,1 0 0,0 0 0,1 0 0,1-1 0,0 0 0,1 0 0,19 25 0,81 89 0,-96-116 0,63 64 0,4-4 0,3-3 0,148 97 0,-179-138 0,1-1 0,76 28 0,-86-39 0,44 12 0,-61-22 0,-1 1 0,46 22 0,3 4-1365,-61-28-5461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26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 24575,'0'0'0,"1"0"0,0 1 0,-1-1 0,1 0 0,0 1 0,-1-1 0,1 1 0,-1-1 0,1 1 0,-1-1 0,1 1 0,-1-1 0,1 1 0,-1 0 0,1-1 0,-1 1 0,0 0 0,1-1 0,-1 1 0,0 0 0,0 0 0,1-1 0,-1 1 0,0 0 0,0 0 0,0 1 0,3 25 0,-3-23 0,3 155 0,-3-157 0,0 1 0,1-1 0,-1 0 0,1 0 0,-1 1 0,1-1 0,0 0 0,0 0 0,0 0 0,0 0 0,0 0 0,1 0 0,-1 0 0,1 0 0,-1 0 0,1-1 0,0 1 0,-1 0 0,1-1 0,0 0 0,0 1 0,0-1 0,0 0 0,0 0 0,0 0 0,1 0 0,-1 0 0,0-1 0,0 1 0,4 0 0,8 1 0,0-1 0,0-1 0,0 0 0,17-2 0,7 1 0,-34 1 0,0 0 0,0 0 0,0 1 0,0-1 0,0 1 0,0 0 0,0 0 0,-1 1 0,1-1 0,0 1 0,-1 0 0,0 0 0,1 0 0,-1 0 0,0 0 0,0 1 0,0 0 0,0 0 0,0-1 0,-1 1 0,1 1 0,3 5 0,-2-1 0,-1 0 0,0 0 0,0 1 0,-1-1 0,0 1 0,-1-1 0,1 1 0,-2 0 0,1 12 0,-1-21 0,0 10 0,0 0 0,0-1 0,-1 1 0,0 0 0,-4 12 0,4-19 0,0 0 0,-1 0 0,1-1 0,-1 1 0,1 0 0,-1-1 0,0 1 0,0-1 0,0 0 0,0 0 0,0 1 0,-1-1 0,1-1 0,-1 1 0,1 0 0,-1-1 0,0 1 0,1-1 0,-1 0 0,-6 2 0,-11 2 0,-2-1 0,1-2 0,0 0 0,0-1 0,-42-3 0,9 0 0,50 2-80,0 0 0,0 0-1,0 0 1,0-1 0,0 0-1,0 0 1,0 0 0,0 0-1,0 0 1,0-1 0,1 0 0,-1 0-1,1 0 1,-1 0 0,1-1-1,-6-4 1,1-2-6746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1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24575,'307'0'-1365,"-293"0"-5461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2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24575,'2'0'0,"5"0"0,6 0 0,5 0 0,1 0 0,1 0 0,2 0 0,1 0 0,-1 0 0,-1 0 0,2 0 0,-1 0 0,-4 3 0,-1 1 0,-2 0 0,0-1 0,-2-1-8191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229 498 24575,'0'-13'0,"0"-12"0,-1 0 0,0 1 0,-7-33 0,3 26 0,2 0 0,1 0 0,3-59 0,1 22 0,-1 49 0,-1 13 0,0-1 0,0 1 0,0 0 0,0-1 0,-1 1 0,-2-9 0,2 13 0,0 1 0,0-1 0,0 0 0,0 0 0,0 1 0,0-1 0,0 1 0,-1-1 0,1 1 0,-1-1 0,1 1 0,-1 0 0,1 0 0,-1 0 0,0 0 0,1 0 0,-1 0 0,0 0 0,0 0 0,0 1 0,0-1 0,0 1 0,0-1 0,-3 1 0,-3-1-59,1 1 0,-1 0-1,1 0 1,0 1-1,-1 0 1,1 0 0,0 1-1,-1-1 1,1 2 0,0-1-1,0 1 1,1 0 0,-1 1-1,1-1 1,-1 1-1,1 1 1,0-1 0,1 1-1,-1 0 1,1 0 0,0 1-1,-5 6 1,0 2-6767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6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7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image" Target="../media/image20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33.png"/><Relationship Id="rId84" Type="http://schemas.openxmlformats.org/officeDocument/2006/relationships/customXml" Target="../ink/ink44.xml"/><Relationship Id="rId89" Type="http://schemas.openxmlformats.org/officeDocument/2006/relationships/customXml" Target="../ink/ink49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customXml" Target="../ink/ink38.xml"/><Relationship Id="rId79" Type="http://schemas.openxmlformats.org/officeDocument/2006/relationships/customXml" Target="../ink/ink41.xml"/><Relationship Id="rId5" Type="http://schemas.openxmlformats.org/officeDocument/2006/relationships/image" Target="../media/image2.png"/><Relationship Id="rId90" Type="http://schemas.openxmlformats.org/officeDocument/2006/relationships/customXml" Target="../ink/ink50.xml"/><Relationship Id="rId95" Type="http://schemas.openxmlformats.org/officeDocument/2006/relationships/customXml" Target="../ink/ink55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2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5.xml"/><Relationship Id="rId80" Type="http://schemas.openxmlformats.org/officeDocument/2006/relationships/image" Target="../media/image38.png"/><Relationship Id="rId85" Type="http://schemas.openxmlformats.org/officeDocument/2006/relationships/customXml" Target="../ink/ink45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customXml" Target="../ink/ink48.xml"/><Relationship Id="rId91" Type="http://schemas.openxmlformats.org/officeDocument/2006/relationships/customXml" Target="../ink/ink51.xml"/><Relationship Id="rId96" Type="http://schemas.openxmlformats.org/officeDocument/2006/relationships/customXml" Target="../ink/ink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73" Type="http://schemas.openxmlformats.org/officeDocument/2006/relationships/image" Target="../media/image35.png"/><Relationship Id="rId78" Type="http://schemas.openxmlformats.org/officeDocument/2006/relationships/image" Target="../media/image37.png"/><Relationship Id="rId81" Type="http://schemas.openxmlformats.org/officeDocument/2006/relationships/customXml" Target="../ink/ink42.xml"/><Relationship Id="rId86" Type="http://schemas.openxmlformats.org/officeDocument/2006/relationships/customXml" Target="../ink/ink46.xml"/><Relationship Id="rId94" Type="http://schemas.openxmlformats.org/officeDocument/2006/relationships/customXml" Target="../ink/ink54.xml"/><Relationship Id="rId99" Type="http://schemas.openxmlformats.org/officeDocument/2006/relationships/customXml" Target="../ink/ink59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34" Type="http://schemas.openxmlformats.org/officeDocument/2006/relationships/customXml" Target="../ink/ink17.xml"/><Relationship Id="rId50" Type="http://schemas.openxmlformats.org/officeDocument/2006/relationships/image" Target="../media/image24.png"/><Relationship Id="rId55" Type="http://schemas.openxmlformats.org/officeDocument/2006/relationships/customXml" Target="../ink/ink28.xml"/><Relationship Id="rId76" Type="http://schemas.openxmlformats.org/officeDocument/2006/relationships/image" Target="../media/image36.png"/><Relationship Id="rId97" Type="http://schemas.openxmlformats.org/officeDocument/2006/relationships/customXml" Target="../ink/ink57.xml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customXml" Target="../ink/ink52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image" Target="../media/image19.png"/><Relationship Id="rId45" Type="http://schemas.openxmlformats.org/officeDocument/2006/relationships/customXml" Target="../ink/ink23.xml"/><Relationship Id="rId66" Type="http://schemas.openxmlformats.org/officeDocument/2006/relationships/image" Target="../media/image32.png"/><Relationship Id="rId87" Type="http://schemas.openxmlformats.org/officeDocument/2006/relationships/customXml" Target="../ink/ink47.xml"/><Relationship Id="rId61" Type="http://schemas.openxmlformats.org/officeDocument/2006/relationships/customXml" Target="../ink/ink31.xml"/><Relationship Id="rId82" Type="http://schemas.openxmlformats.org/officeDocument/2006/relationships/image" Target="../media/image39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image" Target="../media/image27.png"/><Relationship Id="rId77" Type="http://schemas.openxmlformats.org/officeDocument/2006/relationships/customXml" Target="../ink/ink40.xml"/><Relationship Id="rId100" Type="http://schemas.openxmlformats.org/officeDocument/2006/relationships/customXml" Target="../ink/ink60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customXml" Target="../ink/ink53.xml"/><Relationship Id="rId98" Type="http://schemas.openxmlformats.org/officeDocument/2006/relationships/customXml" Target="../ink/ink5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16 34 35 38 39 41 44 45 55 63 64 65 72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45 38 34 16 35 41 39 44 65 63 55 64 72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16 35 34 39 44 41 38 55 64 63 72 65 45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4</a:t>
            </a:r>
          </a:p>
          <a:p>
            <a:r>
              <a:rPr lang="en-US" sz="1200" dirty="0">
                <a:latin typeface="Times New Roman" pitchFamily="18" charset="0"/>
              </a:rPr>
              <a:t>38, 65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– 7%2 / 24 * 18 – 5*2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 (work shown in the .java file)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39.16 (work shown in .java file)</a:t>
            </a: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85544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>
              <a:buAutoNum type="alphaLcPeriod"/>
            </a:pPr>
            <a:r>
              <a:rPr lang="en-US" dirty="0"/>
              <a:t>What value can you use as a dummy value, if the binary tree is not complete? </a:t>
            </a:r>
          </a:p>
          <a:p>
            <a:pPr marL="0" indent="0" eaLnBrk="1" hangingPunct="1"/>
            <a:r>
              <a:rPr lang="en-US" dirty="0"/>
              <a:t>Since each value must be nonnegative, </a:t>
            </a:r>
          </a:p>
          <a:p>
            <a:pPr marL="0" indent="0" eaLnBrk="1" hangingPunct="1"/>
            <a:r>
              <a:rPr lang="en-US" dirty="0"/>
              <a:t>we can use -1 (or any negative number) as the dummy</a:t>
            </a:r>
          </a:p>
          <a:p>
            <a:pPr eaLnBrk="1" hangingPunct="1">
              <a:buAutoNum type="alphaLcPeriod" startAt="2"/>
            </a:pPr>
            <a:r>
              <a:rPr lang="en-US" dirty="0"/>
              <a:t>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338138" y="1524000"/>
            <a:ext cx="1719263" cy="4876800"/>
            <a:chOff x="213" y="960"/>
            <a:chExt cx="1083" cy="3072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213" y="1066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 flipV="1">
            <a:off x="1392591" y="1510843"/>
            <a:ext cx="762000" cy="312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97181D-DBB8-66B7-4FF7-B3DE99568523}"/>
                  </a:ext>
                </a:extLst>
              </p14:cNvPr>
              <p14:cNvContentPartPr/>
              <p14:nvPr/>
            </p14:nvContentPartPr>
            <p14:xfrm>
              <a:off x="-1086429" y="278606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97181D-DBB8-66B7-4FF7-B3DE995685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92549" y="277994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0BAA26-BE08-CE28-8AB4-6D4328D2ECC7}"/>
                  </a:ext>
                </a:extLst>
              </p14:cNvPr>
              <p14:cNvContentPartPr/>
              <p14:nvPr/>
            </p14:nvContentPartPr>
            <p14:xfrm>
              <a:off x="1613571" y="1841062"/>
              <a:ext cx="43920" cy="214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0BAA26-BE08-CE28-8AB4-6D4328D2E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7451" y="1834942"/>
                <a:ext cx="561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3305A19-8B0D-3A92-BBEC-99E9C9A4375F}"/>
              </a:ext>
            </a:extLst>
          </p:cNvPr>
          <p:cNvGrpSpPr/>
          <p:nvPr/>
        </p:nvGrpSpPr>
        <p:grpSpPr>
          <a:xfrm>
            <a:off x="1796091" y="1877782"/>
            <a:ext cx="228600" cy="214920"/>
            <a:chOff x="1796091" y="1877782"/>
            <a:chExt cx="22860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3A2D63A-3A42-8191-7EA0-289F971BADD4}"/>
                    </a:ext>
                  </a:extLst>
                </p14:cNvPr>
                <p14:cNvContentPartPr/>
                <p14:nvPr/>
              </p14:nvContentPartPr>
              <p14:xfrm>
                <a:off x="1796091" y="1908382"/>
                <a:ext cx="228600" cy="113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3A2D63A-3A42-8191-7EA0-289F971BAD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9971" y="1902262"/>
                  <a:ext cx="240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502D94-879C-FD5B-3E99-7C7CE9DCA250}"/>
                    </a:ext>
                  </a:extLst>
                </p14:cNvPr>
                <p14:cNvContentPartPr/>
                <p14:nvPr/>
              </p14:nvContentPartPr>
              <p14:xfrm>
                <a:off x="1939011" y="1877782"/>
                <a:ext cx="25200" cy="214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502D94-879C-FD5B-3E99-7C7CE9DCA2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2891" y="1871662"/>
                  <a:ext cx="374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A1FD22-B5FE-EFA0-E62D-6BE588F4068B}"/>
              </a:ext>
            </a:extLst>
          </p:cNvPr>
          <p:cNvGrpSpPr/>
          <p:nvPr/>
        </p:nvGrpSpPr>
        <p:grpSpPr>
          <a:xfrm>
            <a:off x="1595571" y="2203222"/>
            <a:ext cx="398520" cy="482760"/>
            <a:chOff x="1595571" y="2203222"/>
            <a:chExt cx="39852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3467D5-3643-E559-9F3D-CE26F0DBBEE8}"/>
                    </a:ext>
                  </a:extLst>
                </p14:cNvPr>
                <p14:cNvContentPartPr/>
                <p14:nvPr/>
              </p14:nvContentPartPr>
              <p14:xfrm>
                <a:off x="1607811" y="2203222"/>
                <a:ext cx="167400" cy="18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3467D5-3643-E559-9F3D-CE26F0DBBE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1691" y="2197102"/>
                  <a:ext cx="179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FBC353-C971-72C8-8AF7-F35047DB4E19}"/>
                    </a:ext>
                  </a:extLst>
                </p14:cNvPr>
                <p14:cNvContentPartPr/>
                <p14:nvPr/>
              </p14:nvContentPartPr>
              <p14:xfrm>
                <a:off x="1859091" y="2226262"/>
                <a:ext cx="94320" cy="192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FBC353-C971-72C8-8AF7-F35047DB4E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2971" y="2220142"/>
                  <a:ext cx="106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13E2C0-39AA-E4B8-2B0E-0AEEA084F0A0}"/>
                    </a:ext>
                  </a:extLst>
                </p14:cNvPr>
                <p14:cNvContentPartPr/>
                <p14:nvPr/>
              </p14:nvContentPartPr>
              <p14:xfrm>
                <a:off x="1595571" y="2509942"/>
                <a:ext cx="153360" cy="172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13E2C0-39AA-E4B8-2B0E-0AEEA084F0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89451" y="2503822"/>
                  <a:ext cx="16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7071CA-99EE-549F-73C9-75FAF95C837C}"/>
                    </a:ext>
                  </a:extLst>
                </p14:cNvPr>
                <p14:cNvContentPartPr/>
                <p14:nvPr/>
              </p14:nvContentPartPr>
              <p14:xfrm>
                <a:off x="1859451" y="2681662"/>
                <a:ext cx="88200" cy="4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7071CA-99EE-549F-73C9-75FAF95C837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3331" y="2675542"/>
                  <a:ext cx="1004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9F527F3-F4F8-4108-045C-944EDB2FD340}"/>
                    </a:ext>
                  </a:extLst>
                </p14:cNvPr>
                <p14:cNvContentPartPr/>
                <p14:nvPr/>
              </p14:nvContentPartPr>
              <p14:xfrm>
                <a:off x="1852611" y="2468902"/>
                <a:ext cx="81000" cy="207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9F527F3-F4F8-4108-045C-944EDB2FD3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6491" y="2462782"/>
                  <a:ext cx="93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F1F57A-7D88-99CF-5648-84C24E30B78A}"/>
                    </a:ext>
                  </a:extLst>
                </p14:cNvPr>
                <p14:cNvContentPartPr/>
                <p14:nvPr/>
              </p14:nvContentPartPr>
              <p14:xfrm>
                <a:off x="1926771" y="2669422"/>
                <a:ext cx="6732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F1F57A-7D88-99CF-5648-84C24E30B7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0651" y="2663302"/>
                  <a:ext cx="795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E7CBCE-2A5D-AC9A-942D-D92888910B29}"/>
                  </a:ext>
                </a:extLst>
              </p14:cNvPr>
              <p14:cNvContentPartPr/>
              <p14:nvPr/>
            </p14:nvContentPartPr>
            <p14:xfrm>
              <a:off x="1669011" y="2822782"/>
              <a:ext cx="214200" cy="183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E7CBCE-2A5D-AC9A-942D-D92888910B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62891" y="2816662"/>
                <a:ext cx="2264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5511BE2-65C6-9510-B1C3-37ACB3BE5560}"/>
                  </a:ext>
                </a:extLst>
              </p14:cNvPr>
              <p14:cNvContentPartPr/>
              <p14:nvPr/>
            </p14:nvContentPartPr>
            <p14:xfrm>
              <a:off x="1595571" y="3430102"/>
              <a:ext cx="19800" cy="196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5511BE2-65C6-9510-B1C3-37ACB3BE55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89451" y="3423982"/>
                <a:ext cx="320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5C37F04-E527-BAD4-93BA-3FA3C0AA5337}"/>
                  </a:ext>
                </a:extLst>
              </p14:cNvPr>
              <p14:cNvContentPartPr/>
              <p14:nvPr/>
            </p14:nvContentPartPr>
            <p14:xfrm>
              <a:off x="1712211" y="3399502"/>
              <a:ext cx="124920" cy="2512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5C37F04-E527-BAD4-93BA-3FA3C0AA53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06091" y="3393382"/>
                <a:ext cx="1371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F540854-1C1E-EAA9-4B39-0C738B118B3F}"/>
              </a:ext>
            </a:extLst>
          </p:cNvPr>
          <p:cNvGrpSpPr/>
          <p:nvPr/>
        </p:nvGrpSpPr>
        <p:grpSpPr>
          <a:xfrm>
            <a:off x="1572531" y="6129960"/>
            <a:ext cx="405720" cy="236880"/>
            <a:chOff x="1625811" y="5590462"/>
            <a:chExt cx="40572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1B3DD9-B87D-8FE4-9723-ADA210503EE0}"/>
                    </a:ext>
                  </a:extLst>
                </p14:cNvPr>
                <p14:cNvContentPartPr/>
                <p14:nvPr/>
              </p14:nvContentPartPr>
              <p14:xfrm>
                <a:off x="1625811" y="5603062"/>
                <a:ext cx="173160" cy="124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1B3DD9-B87D-8FE4-9723-ADA210503E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19691" y="5596942"/>
                  <a:ext cx="185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A10876-E63D-F216-275E-DAF29337CC21}"/>
                    </a:ext>
                  </a:extLst>
                </p14:cNvPr>
                <p14:cNvContentPartPr/>
                <p14:nvPr/>
              </p14:nvContentPartPr>
              <p14:xfrm>
                <a:off x="1766931" y="5596582"/>
                <a:ext cx="2880" cy="230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A10876-E63D-F216-275E-DAF29337CC2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60811" y="5590462"/>
                  <a:ext cx="15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8EF0DB-7C91-FFAB-6D0A-C8E3ED9C7D3C}"/>
                    </a:ext>
                  </a:extLst>
                </p14:cNvPr>
                <p14:cNvContentPartPr/>
                <p14:nvPr/>
              </p14:nvContentPartPr>
              <p14:xfrm>
                <a:off x="1888251" y="5590462"/>
                <a:ext cx="83520" cy="172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8EF0DB-7C91-FFAB-6D0A-C8E3ED9C7D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82131" y="5584342"/>
                  <a:ext cx="95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AACE97-A366-D2D0-FC30-9396CAC3A3C0}"/>
                    </a:ext>
                  </a:extLst>
                </p14:cNvPr>
                <p14:cNvContentPartPr/>
                <p14:nvPr/>
              </p14:nvContentPartPr>
              <p14:xfrm>
                <a:off x="1908411" y="5621062"/>
                <a:ext cx="116280" cy="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AACE97-A366-D2D0-FC30-9396CAC3A3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02291" y="5614942"/>
                  <a:ext cx="128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25FC57-6191-0CCC-B53E-5FA7E29388B3}"/>
                    </a:ext>
                  </a:extLst>
                </p14:cNvPr>
                <p14:cNvContentPartPr/>
                <p14:nvPr/>
              </p14:nvContentPartPr>
              <p14:xfrm>
                <a:off x="2031171" y="5621062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25FC57-6191-0CCC-B53E-5FA7E29388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25051" y="56149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CCD34B5-7EC4-67A1-AD6E-374F8AD96B70}"/>
              </a:ext>
            </a:extLst>
          </p:cNvPr>
          <p:cNvSpPr txBox="1"/>
          <p:nvPr/>
        </p:nvSpPr>
        <p:spPr>
          <a:xfrm>
            <a:off x="2214904" y="5301597"/>
            <a:ext cx="6852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/>
            <a:r>
              <a:rPr lang="en-US" dirty="0"/>
              <a:t>I can’t seem to edit the boxes where I am supposed to fill in the numbers so I will draw the numbers instead. </a:t>
            </a:r>
          </a:p>
          <a:p>
            <a:pPr marL="0" indent="0" eaLnBrk="1" hangingPunct="1"/>
            <a:r>
              <a:rPr lang="en-US" dirty="0"/>
              <a:t>The red diagonal slash is meant to be null.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E457B13-61C2-9815-0F0B-0B197D4FCEEE}"/>
                  </a:ext>
                </a:extLst>
              </p14:cNvPr>
              <p14:cNvContentPartPr/>
              <p14:nvPr/>
            </p14:nvContentPartPr>
            <p14:xfrm>
              <a:off x="1713291" y="3705862"/>
              <a:ext cx="178560" cy="1555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E457B13-61C2-9815-0F0B-0B197D4FCEE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07171" y="3699742"/>
                <a:ext cx="1908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5" name="Group 4164">
            <a:extLst>
              <a:ext uri="{FF2B5EF4-FFF2-40B4-BE49-F238E27FC236}">
                <a16:creationId xmlns:a16="http://schemas.microsoft.com/office/drawing/2014/main" id="{F817029C-D22F-502A-5C69-63E9D153B57D}"/>
              </a:ext>
            </a:extLst>
          </p:cNvPr>
          <p:cNvGrpSpPr/>
          <p:nvPr/>
        </p:nvGrpSpPr>
        <p:grpSpPr>
          <a:xfrm>
            <a:off x="3270651" y="4068022"/>
            <a:ext cx="540720" cy="518040"/>
            <a:chOff x="3270651" y="4068022"/>
            <a:chExt cx="54072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63" name="Ink 4162">
                  <a:extLst>
                    <a:ext uri="{FF2B5EF4-FFF2-40B4-BE49-F238E27FC236}">
                      <a16:creationId xmlns:a16="http://schemas.microsoft.com/office/drawing/2014/main" id="{2220A9C3-938B-C17B-2C70-F2B923E2DF5F}"/>
                    </a:ext>
                  </a:extLst>
                </p14:cNvPr>
                <p14:cNvContentPartPr/>
                <p14:nvPr/>
              </p14:nvContentPartPr>
              <p14:xfrm>
                <a:off x="3429051" y="4068022"/>
                <a:ext cx="382320" cy="381240"/>
              </p14:xfrm>
            </p:contentPart>
          </mc:Choice>
          <mc:Fallback>
            <p:pic>
              <p:nvPicPr>
                <p:cNvPr id="4163" name="Ink 4162">
                  <a:extLst>
                    <a:ext uri="{FF2B5EF4-FFF2-40B4-BE49-F238E27FC236}">
                      <a16:creationId xmlns:a16="http://schemas.microsoft.com/office/drawing/2014/main" id="{2220A9C3-938B-C17B-2C70-F2B923E2DF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2931" y="4061902"/>
                  <a:ext cx="3945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64" name="Ink 4163">
                  <a:extLst>
                    <a:ext uri="{FF2B5EF4-FFF2-40B4-BE49-F238E27FC236}">
                      <a16:creationId xmlns:a16="http://schemas.microsoft.com/office/drawing/2014/main" id="{DF215FE4-22AC-A429-1FF0-1FF032D285DC}"/>
                    </a:ext>
                  </a:extLst>
                </p14:cNvPr>
                <p14:cNvContentPartPr/>
                <p14:nvPr/>
              </p14:nvContentPartPr>
              <p14:xfrm>
                <a:off x="3270651" y="4289422"/>
                <a:ext cx="422280" cy="296640"/>
              </p14:xfrm>
            </p:contentPart>
          </mc:Choice>
          <mc:Fallback>
            <p:pic>
              <p:nvPicPr>
                <p:cNvPr id="4164" name="Ink 4163">
                  <a:extLst>
                    <a:ext uri="{FF2B5EF4-FFF2-40B4-BE49-F238E27FC236}">
                      <a16:creationId xmlns:a16="http://schemas.microsoft.com/office/drawing/2014/main" id="{DF215FE4-22AC-A429-1FF0-1FF032D285D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64531" y="4283302"/>
                  <a:ext cx="4345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6" name="Group 4175">
            <a:extLst>
              <a:ext uri="{FF2B5EF4-FFF2-40B4-BE49-F238E27FC236}">
                <a16:creationId xmlns:a16="http://schemas.microsoft.com/office/drawing/2014/main" id="{B0ADBDE5-51C8-80C5-1BD9-9156395C26C8}"/>
              </a:ext>
            </a:extLst>
          </p:cNvPr>
          <p:cNvGrpSpPr/>
          <p:nvPr/>
        </p:nvGrpSpPr>
        <p:grpSpPr>
          <a:xfrm>
            <a:off x="4712811" y="3289342"/>
            <a:ext cx="2412000" cy="1589040"/>
            <a:chOff x="4712811" y="3289342"/>
            <a:chExt cx="2412000" cy="15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52" name="Ink 4151">
                  <a:extLst>
                    <a:ext uri="{FF2B5EF4-FFF2-40B4-BE49-F238E27FC236}">
                      <a16:creationId xmlns:a16="http://schemas.microsoft.com/office/drawing/2014/main" id="{8BB482F1-B9C9-5E07-CAC2-080C4A35E128}"/>
                    </a:ext>
                  </a:extLst>
                </p14:cNvPr>
                <p14:cNvContentPartPr/>
                <p14:nvPr/>
              </p14:nvContentPartPr>
              <p14:xfrm>
                <a:off x="4908291" y="3289342"/>
                <a:ext cx="127440" cy="407880"/>
              </p14:xfrm>
            </p:contentPart>
          </mc:Choice>
          <mc:Fallback>
            <p:pic>
              <p:nvPicPr>
                <p:cNvPr id="4152" name="Ink 4151">
                  <a:extLst>
                    <a:ext uri="{FF2B5EF4-FFF2-40B4-BE49-F238E27FC236}">
                      <a16:creationId xmlns:a16="http://schemas.microsoft.com/office/drawing/2014/main" id="{8BB482F1-B9C9-5E07-CAC2-080C4A35E12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02171" y="3283222"/>
                  <a:ext cx="139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54" name="Ink 4153">
                  <a:extLst>
                    <a:ext uri="{FF2B5EF4-FFF2-40B4-BE49-F238E27FC236}">
                      <a16:creationId xmlns:a16="http://schemas.microsoft.com/office/drawing/2014/main" id="{144B0ED1-BC1E-548B-B9FF-43575DDD2DFE}"/>
                    </a:ext>
                  </a:extLst>
                </p14:cNvPr>
                <p14:cNvContentPartPr/>
                <p14:nvPr/>
              </p14:nvContentPartPr>
              <p14:xfrm>
                <a:off x="4903251" y="3669862"/>
                <a:ext cx="349920" cy="190440"/>
              </p14:xfrm>
            </p:contentPart>
          </mc:Choice>
          <mc:Fallback>
            <p:pic>
              <p:nvPicPr>
                <p:cNvPr id="4154" name="Ink 4153">
                  <a:extLst>
                    <a:ext uri="{FF2B5EF4-FFF2-40B4-BE49-F238E27FC236}">
                      <a16:creationId xmlns:a16="http://schemas.microsoft.com/office/drawing/2014/main" id="{144B0ED1-BC1E-548B-B9FF-43575DDD2D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97131" y="3663742"/>
                  <a:ext cx="362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56" name="Ink 4155">
                  <a:extLst>
                    <a:ext uri="{FF2B5EF4-FFF2-40B4-BE49-F238E27FC236}">
                      <a16:creationId xmlns:a16="http://schemas.microsoft.com/office/drawing/2014/main" id="{48B1A81B-8E66-1F5B-4745-17D4D0363418}"/>
                    </a:ext>
                  </a:extLst>
                </p14:cNvPr>
                <p14:cNvContentPartPr/>
                <p14:nvPr/>
              </p14:nvContentPartPr>
              <p14:xfrm>
                <a:off x="4867611" y="3767782"/>
                <a:ext cx="189360" cy="240120"/>
              </p14:xfrm>
            </p:contentPart>
          </mc:Choice>
          <mc:Fallback>
            <p:pic>
              <p:nvPicPr>
                <p:cNvPr id="4156" name="Ink 4155">
                  <a:extLst>
                    <a:ext uri="{FF2B5EF4-FFF2-40B4-BE49-F238E27FC236}">
                      <a16:creationId xmlns:a16="http://schemas.microsoft.com/office/drawing/2014/main" id="{48B1A81B-8E66-1F5B-4745-17D4D03634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61491" y="3761662"/>
                  <a:ext cx="201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157" name="Ink 4156">
                  <a:extLst>
                    <a:ext uri="{FF2B5EF4-FFF2-40B4-BE49-F238E27FC236}">
                      <a16:creationId xmlns:a16="http://schemas.microsoft.com/office/drawing/2014/main" id="{C8A6F100-3429-09EA-AF13-A3CCDE51A60D}"/>
                    </a:ext>
                  </a:extLst>
                </p14:cNvPr>
                <p14:cNvContentPartPr/>
                <p14:nvPr/>
              </p14:nvContentPartPr>
              <p14:xfrm>
                <a:off x="5050491" y="3755902"/>
                <a:ext cx="147240" cy="276840"/>
              </p14:xfrm>
            </p:contentPart>
          </mc:Choice>
          <mc:Fallback>
            <p:pic>
              <p:nvPicPr>
                <p:cNvPr id="4157" name="Ink 4156">
                  <a:extLst>
                    <a:ext uri="{FF2B5EF4-FFF2-40B4-BE49-F238E27FC236}">
                      <a16:creationId xmlns:a16="http://schemas.microsoft.com/office/drawing/2014/main" id="{C8A6F100-3429-09EA-AF13-A3CCDE51A60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44371" y="3749782"/>
                  <a:ext cx="159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59" name="Ink 4158">
                  <a:extLst>
                    <a:ext uri="{FF2B5EF4-FFF2-40B4-BE49-F238E27FC236}">
                      <a16:creationId xmlns:a16="http://schemas.microsoft.com/office/drawing/2014/main" id="{D1895D55-FF4C-B571-02C8-21C5207D249E}"/>
                    </a:ext>
                  </a:extLst>
                </p14:cNvPr>
                <p14:cNvContentPartPr/>
                <p14:nvPr/>
              </p14:nvContentPartPr>
              <p14:xfrm>
                <a:off x="4712811" y="3952102"/>
                <a:ext cx="217080" cy="247320"/>
              </p14:xfrm>
            </p:contentPart>
          </mc:Choice>
          <mc:Fallback>
            <p:pic>
              <p:nvPicPr>
                <p:cNvPr id="4159" name="Ink 4158">
                  <a:extLst>
                    <a:ext uri="{FF2B5EF4-FFF2-40B4-BE49-F238E27FC236}">
                      <a16:creationId xmlns:a16="http://schemas.microsoft.com/office/drawing/2014/main" id="{D1895D55-FF4C-B571-02C8-21C5207D24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06691" y="3945982"/>
                  <a:ext cx="229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161" name="Ink 4160">
                  <a:extLst>
                    <a:ext uri="{FF2B5EF4-FFF2-40B4-BE49-F238E27FC236}">
                      <a16:creationId xmlns:a16="http://schemas.microsoft.com/office/drawing/2014/main" id="{3DE552FB-D1AF-16CC-D222-E802602B827A}"/>
                    </a:ext>
                  </a:extLst>
                </p14:cNvPr>
                <p14:cNvContentPartPr/>
                <p14:nvPr/>
              </p14:nvContentPartPr>
              <p14:xfrm>
                <a:off x="5154891" y="4080622"/>
                <a:ext cx="177840" cy="139680"/>
              </p14:xfrm>
            </p:contentPart>
          </mc:Choice>
          <mc:Fallback>
            <p:pic>
              <p:nvPicPr>
                <p:cNvPr id="4161" name="Ink 4160">
                  <a:extLst>
                    <a:ext uri="{FF2B5EF4-FFF2-40B4-BE49-F238E27FC236}">
                      <a16:creationId xmlns:a16="http://schemas.microsoft.com/office/drawing/2014/main" id="{3DE552FB-D1AF-16CC-D222-E802602B82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8771" y="4074502"/>
                  <a:ext cx="190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69" name="Ink 4168">
                  <a:extLst>
                    <a:ext uri="{FF2B5EF4-FFF2-40B4-BE49-F238E27FC236}">
                      <a16:creationId xmlns:a16="http://schemas.microsoft.com/office/drawing/2014/main" id="{3BFB010F-E81F-C9C0-0DEE-FD68F281005D}"/>
                    </a:ext>
                  </a:extLst>
                </p14:cNvPr>
                <p14:cNvContentPartPr/>
                <p14:nvPr/>
              </p14:nvContentPartPr>
              <p14:xfrm>
                <a:off x="5396811" y="4145062"/>
                <a:ext cx="298440" cy="543960"/>
              </p14:xfrm>
            </p:contentPart>
          </mc:Choice>
          <mc:Fallback>
            <p:pic>
              <p:nvPicPr>
                <p:cNvPr id="4169" name="Ink 4168">
                  <a:extLst>
                    <a:ext uri="{FF2B5EF4-FFF2-40B4-BE49-F238E27FC236}">
                      <a16:creationId xmlns:a16="http://schemas.microsoft.com/office/drawing/2014/main" id="{3BFB010F-E81F-C9C0-0DEE-FD68F28100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90691" y="4138942"/>
                  <a:ext cx="3106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70" name="Ink 4169">
                  <a:extLst>
                    <a:ext uri="{FF2B5EF4-FFF2-40B4-BE49-F238E27FC236}">
                      <a16:creationId xmlns:a16="http://schemas.microsoft.com/office/drawing/2014/main" id="{DDBD8FF6-89D5-19D4-2C5A-E597D6CC3FBE}"/>
                    </a:ext>
                  </a:extLst>
                </p14:cNvPr>
                <p14:cNvContentPartPr/>
                <p14:nvPr/>
              </p14:nvContentPartPr>
              <p14:xfrm>
                <a:off x="5713251" y="4142182"/>
                <a:ext cx="243360" cy="471960"/>
              </p14:xfrm>
            </p:contentPart>
          </mc:Choice>
          <mc:Fallback>
            <p:pic>
              <p:nvPicPr>
                <p:cNvPr id="4170" name="Ink 4169">
                  <a:extLst>
                    <a:ext uri="{FF2B5EF4-FFF2-40B4-BE49-F238E27FC236}">
                      <a16:creationId xmlns:a16="http://schemas.microsoft.com/office/drawing/2014/main" id="{DDBD8FF6-89D5-19D4-2C5A-E597D6CC3FB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07131" y="4136062"/>
                  <a:ext cx="2556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71" name="Ink 4170">
                  <a:extLst>
                    <a:ext uri="{FF2B5EF4-FFF2-40B4-BE49-F238E27FC236}">
                      <a16:creationId xmlns:a16="http://schemas.microsoft.com/office/drawing/2014/main" id="{00F8A63F-89AE-4453-CABD-571A95947CFF}"/>
                    </a:ext>
                  </a:extLst>
                </p14:cNvPr>
                <p14:cNvContentPartPr/>
                <p14:nvPr/>
              </p14:nvContentPartPr>
              <p14:xfrm>
                <a:off x="5283771" y="4565542"/>
                <a:ext cx="378720" cy="307800"/>
              </p14:xfrm>
            </p:contentPart>
          </mc:Choice>
          <mc:Fallback>
            <p:pic>
              <p:nvPicPr>
                <p:cNvPr id="4171" name="Ink 4170">
                  <a:extLst>
                    <a:ext uri="{FF2B5EF4-FFF2-40B4-BE49-F238E27FC236}">
                      <a16:creationId xmlns:a16="http://schemas.microsoft.com/office/drawing/2014/main" id="{00F8A63F-89AE-4453-CABD-571A95947C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77651" y="4559422"/>
                  <a:ext cx="390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72" name="Ink 4171">
                  <a:extLst>
                    <a:ext uri="{FF2B5EF4-FFF2-40B4-BE49-F238E27FC236}">
                      <a16:creationId xmlns:a16="http://schemas.microsoft.com/office/drawing/2014/main" id="{09956A09-3E0B-2FAD-8CA2-B805FED54860}"/>
                    </a:ext>
                  </a:extLst>
                </p14:cNvPr>
                <p14:cNvContentPartPr/>
                <p14:nvPr/>
              </p14:nvContentPartPr>
              <p14:xfrm>
                <a:off x="5829891" y="4584262"/>
                <a:ext cx="436320" cy="294120"/>
              </p14:xfrm>
            </p:contentPart>
          </mc:Choice>
          <mc:Fallback>
            <p:pic>
              <p:nvPicPr>
                <p:cNvPr id="4172" name="Ink 4171">
                  <a:extLst>
                    <a:ext uri="{FF2B5EF4-FFF2-40B4-BE49-F238E27FC236}">
                      <a16:creationId xmlns:a16="http://schemas.microsoft.com/office/drawing/2014/main" id="{09956A09-3E0B-2FAD-8CA2-B805FED5486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3771" y="4578142"/>
                  <a:ext cx="448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74" name="Ink 4173">
                  <a:extLst>
                    <a:ext uri="{FF2B5EF4-FFF2-40B4-BE49-F238E27FC236}">
                      <a16:creationId xmlns:a16="http://schemas.microsoft.com/office/drawing/2014/main" id="{558B5B6B-76FB-AA54-3A97-B12E8778F284}"/>
                    </a:ext>
                  </a:extLst>
                </p14:cNvPr>
                <p14:cNvContentPartPr/>
                <p14:nvPr/>
              </p14:nvContentPartPr>
              <p14:xfrm>
                <a:off x="6785691" y="4083862"/>
                <a:ext cx="339120" cy="507240"/>
              </p14:xfrm>
            </p:contentPart>
          </mc:Choice>
          <mc:Fallback>
            <p:pic>
              <p:nvPicPr>
                <p:cNvPr id="4174" name="Ink 4173">
                  <a:extLst>
                    <a:ext uri="{FF2B5EF4-FFF2-40B4-BE49-F238E27FC236}">
                      <a16:creationId xmlns:a16="http://schemas.microsoft.com/office/drawing/2014/main" id="{558B5B6B-76FB-AA54-3A97-B12E8778F28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779571" y="4077742"/>
                  <a:ext cx="3513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75" name="Ink 4174">
                  <a:extLst>
                    <a:ext uri="{FF2B5EF4-FFF2-40B4-BE49-F238E27FC236}">
                      <a16:creationId xmlns:a16="http://schemas.microsoft.com/office/drawing/2014/main" id="{EC1D04A1-6F75-C64F-9E44-22EAA6C0095A}"/>
                    </a:ext>
                  </a:extLst>
                </p14:cNvPr>
                <p14:cNvContentPartPr/>
                <p14:nvPr/>
              </p14:nvContentPartPr>
              <p14:xfrm>
                <a:off x="6559971" y="4424422"/>
                <a:ext cx="443880" cy="360720"/>
              </p14:xfrm>
            </p:contentPart>
          </mc:Choice>
          <mc:Fallback>
            <p:pic>
              <p:nvPicPr>
                <p:cNvPr id="4175" name="Ink 4174">
                  <a:extLst>
                    <a:ext uri="{FF2B5EF4-FFF2-40B4-BE49-F238E27FC236}">
                      <a16:creationId xmlns:a16="http://schemas.microsoft.com/office/drawing/2014/main" id="{EC1D04A1-6F75-C64F-9E44-22EAA6C009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53851" y="4418302"/>
                  <a:ext cx="456120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179" name="Ink 4178">
                <a:extLst>
                  <a:ext uri="{FF2B5EF4-FFF2-40B4-BE49-F238E27FC236}">
                    <a16:creationId xmlns:a16="http://schemas.microsoft.com/office/drawing/2014/main" id="{2F4C3A09-3615-889E-3D02-CD212F5844B6}"/>
                  </a:ext>
                </a:extLst>
              </p14:cNvPr>
              <p14:cNvContentPartPr/>
              <p14:nvPr/>
            </p14:nvContentPartPr>
            <p14:xfrm>
              <a:off x="1603491" y="4320022"/>
              <a:ext cx="128880" cy="192240"/>
            </p14:xfrm>
          </p:contentPart>
        </mc:Choice>
        <mc:Fallback>
          <p:pic>
            <p:nvPicPr>
              <p:cNvPr id="4179" name="Ink 4178">
                <a:extLst>
                  <a:ext uri="{FF2B5EF4-FFF2-40B4-BE49-F238E27FC236}">
                    <a16:creationId xmlns:a16="http://schemas.microsoft.com/office/drawing/2014/main" id="{2F4C3A09-3615-889E-3D02-CD212F5844B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597371" y="4313902"/>
                <a:ext cx="14112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89" name="Group 4188">
            <a:extLst>
              <a:ext uri="{FF2B5EF4-FFF2-40B4-BE49-F238E27FC236}">
                <a16:creationId xmlns:a16="http://schemas.microsoft.com/office/drawing/2014/main" id="{8985B524-1BC9-C9A1-9F4B-3B1777D7998A}"/>
              </a:ext>
            </a:extLst>
          </p:cNvPr>
          <p:cNvGrpSpPr/>
          <p:nvPr/>
        </p:nvGrpSpPr>
        <p:grpSpPr>
          <a:xfrm>
            <a:off x="1626171" y="4314262"/>
            <a:ext cx="399240" cy="190440"/>
            <a:chOff x="1626171" y="4314262"/>
            <a:chExt cx="39924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84" name="Ink 4183">
                  <a:extLst>
                    <a:ext uri="{FF2B5EF4-FFF2-40B4-BE49-F238E27FC236}">
                      <a16:creationId xmlns:a16="http://schemas.microsoft.com/office/drawing/2014/main" id="{23CBC548-BADE-17DD-884B-67CFA1FC96E4}"/>
                    </a:ext>
                  </a:extLst>
                </p14:cNvPr>
                <p14:cNvContentPartPr/>
                <p14:nvPr/>
              </p14:nvContentPartPr>
              <p14:xfrm>
                <a:off x="1626171" y="4314262"/>
                <a:ext cx="116280" cy="360"/>
              </p14:xfrm>
            </p:contentPart>
          </mc:Choice>
          <mc:Fallback>
            <p:pic>
              <p:nvPicPr>
                <p:cNvPr id="4184" name="Ink 4183">
                  <a:extLst>
                    <a:ext uri="{FF2B5EF4-FFF2-40B4-BE49-F238E27FC236}">
                      <a16:creationId xmlns:a16="http://schemas.microsoft.com/office/drawing/2014/main" id="{23CBC548-BADE-17DD-884B-67CFA1FC96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20051" y="4308142"/>
                  <a:ext cx="12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85" name="Ink 4184">
                  <a:extLst>
                    <a:ext uri="{FF2B5EF4-FFF2-40B4-BE49-F238E27FC236}">
                      <a16:creationId xmlns:a16="http://schemas.microsoft.com/office/drawing/2014/main" id="{0A73FC17-37A4-7F16-B2A8-B8EB04DB8A3D}"/>
                    </a:ext>
                  </a:extLst>
                </p14:cNvPr>
                <p14:cNvContentPartPr/>
                <p14:nvPr/>
              </p14:nvContentPartPr>
              <p14:xfrm>
                <a:off x="1748931" y="4314262"/>
                <a:ext cx="360" cy="360"/>
              </p14:xfrm>
            </p:contentPart>
          </mc:Choice>
          <mc:Fallback>
            <p:pic>
              <p:nvPicPr>
                <p:cNvPr id="4185" name="Ink 4184">
                  <a:extLst>
                    <a:ext uri="{FF2B5EF4-FFF2-40B4-BE49-F238E27FC236}">
                      <a16:creationId xmlns:a16="http://schemas.microsoft.com/office/drawing/2014/main" id="{0A73FC17-37A4-7F16-B2A8-B8EB04DB8A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42811" y="43081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86" name="Ink 4185">
                  <a:extLst>
                    <a:ext uri="{FF2B5EF4-FFF2-40B4-BE49-F238E27FC236}">
                      <a16:creationId xmlns:a16="http://schemas.microsoft.com/office/drawing/2014/main" id="{2DC21AF2-050C-8D89-8426-07F0793554E2}"/>
                    </a:ext>
                  </a:extLst>
                </p14:cNvPr>
                <p14:cNvContentPartPr/>
                <p14:nvPr/>
              </p14:nvContentPartPr>
              <p14:xfrm>
                <a:off x="1914531" y="4498222"/>
                <a:ext cx="104760" cy="6120"/>
              </p14:xfrm>
            </p:contentPart>
          </mc:Choice>
          <mc:Fallback>
            <p:pic>
              <p:nvPicPr>
                <p:cNvPr id="4186" name="Ink 4185">
                  <a:extLst>
                    <a:ext uri="{FF2B5EF4-FFF2-40B4-BE49-F238E27FC236}">
                      <a16:creationId xmlns:a16="http://schemas.microsoft.com/office/drawing/2014/main" id="{2DC21AF2-050C-8D89-8426-07F0793554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8411" y="4492102"/>
                  <a:ext cx="117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87" name="Ink 4186">
                  <a:extLst>
                    <a:ext uri="{FF2B5EF4-FFF2-40B4-BE49-F238E27FC236}">
                      <a16:creationId xmlns:a16="http://schemas.microsoft.com/office/drawing/2014/main" id="{0526484D-6015-A567-6AEF-9795D015697F}"/>
                    </a:ext>
                  </a:extLst>
                </p14:cNvPr>
                <p14:cNvContentPartPr/>
                <p14:nvPr/>
              </p14:nvContentPartPr>
              <p14:xfrm>
                <a:off x="2025051" y="4504342"/>
                <a:ext cx="360" cy="360"/>
              </p14:xfrm>
            </p:contentPart>
          </mc:Choice>
          <mc:Fallback>
            <p:pic>
              <p:nvPicPr>
                <p:cNvPr id="4187" name="Ink 4186">
                  <a:extLst>
                    <a:ext uri="{FF2B5EF4-FFF2-40B4-BE49-F238E27FC236}">
                      <a16:creationId xmlns:a16="http://schemas.microsoft.com/office/drawing/2014/main" id="{0526484D-6015-A567-6AEF-9795D01569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18931" y="449822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88" name="Ink 4187">
                  <a:extLst>
                    <a:ext uri="{FF2B5EF4-FFF2-40B4-BE49-F238E27FC236}">
                      <a16:creationId xmlns:a16="http://schemas.microsoft.com/office/drawing/2014/main" id="{D7F6BCA9-B8D9-522A-948E-F5F3F793079C}"/>
                    </a:ext>
                  </a:extLst>
                </p14:cNvPr>
                <p14:cNvContentPartPr/>
                <p14:nvPr/>
              </p14:nvContentPartPr>
              <p14:xfrm>
                <a:off x="1875291" y="4325422"/>
                <a:ext cx="82440" cy="179280"/>
              </p14:xfrm>
            </p:contentPart>
          </mc:Choice>
          <mc:Fallback>
            <p:pic>
              <p:nvPicPr>
                <p:cNvPr id="4188" name="Ink 4187">
                  <a:extLst>
                    <a:ext uri="{FF2B5EF4-FFF2-40B4-BE49-F238E27FC236}">
                      <a16:creationId xmlns:a16="http://schemas.microsoft.com/office/drawing/2014/main" id="{D7F6BCA9-B8D9-522A-948E-F5F3F79307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69171" y="4319302"/>
                  <a:ext cx="9468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3" name="Group 4192">
            <a:extLst>
              <a:ext uri="{FF2B5EF4-FFF2-40B4-BE49-F238E27FC236}">
                <a16:creationId xmlns:a16="http://schemas.microsoft.com/office/drawing/2014/main" id="{32EE28A3-9C1C-C3BD-F140-8952DB0E39AA}"/>
              </a:ext>
            </a:extLst>
          </p:cNvPr>
          <p:cNvGrpSpPr/>
          <p:nvPr/>
        </p:nvGrpSpPr>
        <p:grpSpPr>
          <a:xfrm>
            <a:off x="1601331" y="3085222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190" name="Ink 4189">
                  <a:extLst>
                    <a:ext uri="{FF2B5EF4-FFF2-40B4-BE49-F238E27FC236}">
                      <a16:creationId xmlns:a16="http://schemas.microsoft.com/office/drawing/2014/main" id="{47AAA8E9-E816-D492-9519-388DB356CE97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>
            <p:pic>
              <p:nvPicPr>
                <p:cNvPr id="4190" name="Ink 4189">
                  <a:extLst>
                    <a:ext uri="{FF2B5EF4-FFF2-40B4-BE49-F238E27FC236}">
                      <a16:creationId xmlns:a16="http://schemas.microsoft.com/office/drawing/2014/main" id="{47AAA8E9-E816-D492-9519-388DB356CE9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191" name="Ink 4190">
                  <a:extLst>
                    <a:ext uri="{FF2B5EF4-FFF2-40B4-BE49-F238E27FC236}">
                      <a16:creationId xmlns:a16="http://schemas.microsoft.com/office/drawing/2014/main" id="{77A1CA9E-85A9-A2DA-7E9E-35C048D87A52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>
            <p:pic>
              <p:nvPicPr>
                <p:cNvPr id="4191" name="Ink 4190">
                  <a:extLst>
                    <a:ext uri="{FF2B5EF4-FFF2-40B4-BE49-F238E27FC236}">
                      <a16:creationId xmlns:a16="http://schemas.microsoft.com/office/drawing/2014/main" id="{77A1CA9E-85A9-A2DA-7E9E-35C048D87A5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192" name="Ink 4191">
                  <a:extLst>
                    <a:ext uri="{FF2B5EF4-FFF2-40B4-BE49-F238E27FC236}">
                      <a16:creationId xmlns:a16="http://schemas.microsoft.com/office/drawing/2014/main" id="{0EA8E703-7832-E0FC-E644-6DC30817D66E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>
            <p:pic>
              <p:nvPicPr>
                <p:cNvPr id="4192" name="Ink 4191">
                  <a:extLst>
                    <a:ext uri="{FF2B5EF4-FFF2-40B4-BE49-F238E27FC236}">
                      <a16:creationId xmlns:a16="http://schemas.microsoft.com/office/drawing/2014/main" id="{0EA8E703-7832-E0FC-E644-6DC30817D66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4" name="Group 4193">
            <a:extLst>
              <a:ext uri="{FF2B5EF4-FFF2-40B4-BE49-F238E27FC236}">
                <a16:creationId xmlns:a16="http://schemas.microsoft.com/office/drawing/2014/main" id="{A38D6CDC-84AF-31AD-EAC6-045A03A19C86}"/>
              </a:ext>
            </a:extLst>
          </p:cNvPr>
          <p:cNvGrpSpPr/>
          <p:nvPr/>
        </p:nvGrpSpPr>
        <p:grpSpPr>
          <a:xfrm>
            <a:off x="1542111" y="4005180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195" name="Ink 4194">
                  <a:extLst>
                    <a:ext uri="{FF2B5EF4-FFF2-40B4-BE49-F238E27FC236}">
                      <a16:creationId xmlns:a16="http://schemas.microsoft.com/office/drawing/2014/main" id="{82F8A089-2C93-699B-420A-B890F947A73A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>
            <p:pic>
              <p:nvPicPr>
                <p:cNvPr id="4195" name="Ink 4194">
                  <a:extLst>
                    <a:ext uri="{FF2B5EF4-FFF2-40B4-BE49-F238E27FC236}">
                      <a16:creationId xmlns:a16="http://schemas.microsoft.com/office/drawing/2014/main" id="{82F8A089-2C93-699B-420A-B890F947A73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96" name="Ink 4195">
                  <a:extLst>
                    <a:ext uri="{FF2B5EF4-FFF2-40B4-BE49-F238E27FC236}">
                      <a16:creationId xmlns:a16="http://schemas.microsoft.com/office/drawing/2014/main" id="{7D863D9B-6AA9-D7E7-72F8-D42425ED12F9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>
            <p:pic>
              <p:nvPicPr>
                <p:cNvPr id="4196" name="Ink 4195">
                  <a:extLst>
                    <a:ext uri="{FF2B5EF4-FFF2-40B4-BE49-F238E27FC236}">
                      <a16:creationId xmlns:a16="http://schemas.microsoft.com/office/drawing/2014/main" id="{7D863D9B-6AA9-D7E7-72F8-D42425ED12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197" name="Ink 4196">
                  <a:extLst>
                    <a:ext uri="{FF2B5EF4-FFF2-40B4-BE49-F238E27FC236}">
                      <a16:creationId xmlns:a16="http://schemas.microsoft.com/office/drawing/2014/main" id="{F3123678-E017-668E-CAF8-D9C814707179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>
            <p:pic>
              <p:nvPicPr>
                <p:cNvPr id="4197" name="Ink 4196">
                  <a:extLst>
                    <a:ext uri="{FF2B5EF4-FFF2-40B4-BE49-F238E27FC236}">
                      <a16:creationId xmlns:a16="http://schemas.microsoft.com/office/drawing/2014/main" id="{F3123678-E017-668E-CAF8-D9C8147071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8" name="Group 4197">
            <a:extLst>
              <a:ext uri="{FF2B5EF4-FFF2-40B4-BE49-F238E27FC236}">
                <a16:creationId xmlns:a16="http://schemas.microsoft.com/office/drawing/2014/main" id="{12DCD6EC-F258-B999-44F2-0F56D70F3F1B}"/>
              </a:ext>
            </a:extLst>
          </p:cNvPr>
          <p:cNvGrpSpPr/>
          <p:nvPr/>
        </p:nvGrpSpPr>
        <p:grpSpPr>
          <a:xfrm>
            <a:off x="1543550" y="4621285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99" name="Ink 4198">
                  <a:extLst>
                    <a:ext uri="{FF2B5EF4-FFF2-40B4-BE49-F238E27FC236}">
                      <a16:creationId xmlns:a16="http://schemas.microsoft.com/office/drawing/2014/main" id="{DD30C64E-C1CC-9F04-6603-607AE57145A4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>
            <p:pic>
              <p:nvPicPr>
                <p:cNvPr id="4199" name="Ink 4198">
                  <a:extLst>
                    <a:ext uri="{FF2B5EF4-FFF2-40B4-BE49-F238E27FC236}">
                      <a16:creationId xmlns:a16="http://schemas.microsoft.com/office/drawing/2014/main" id="{DD30C64E-C1CC-9F04-6603-607AE57145A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200" name="Ink 4199">
                  <a:extLst>
                    <a:ext uri="{FF2B5EF4-FFF2-40B4-BE49-F238E27FC236}">
                      <a16:creationId xmlns:a16="http://schemas.microsoft.com/office/drawing/2014/main" id="{229C8C7B-BAB8-3417-DC17-47A6E52D2508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>
            <p:pic>
              <p:nvPicPr>
                <p:cNvPr id="4200" name="Ink 4199">
                  <a:extLst>
                    <a:ext uri="{FF2B5EF4-FFF2-40B4-BE49-F238E27FC236}">
                      <a16:creationId xmlns:a16="http://schemas.microsoft.com/office/drawing/2014/main" id="{229C8C7B-BAB8-3417-DC17-47A6E52D25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201" name="Ink 4200">
                  <a:extLst>
                    <a:ext uri="{FF2B5EF4-FFF2-40B4-BE49-F238E27FC236}">
                      <a16:creationId xmlns:a16="http://schemas.microsoft.com/office/drawing/2014/main" id="{6764B39A-376E-E291-6552-4EFC5F3796F1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>
            <p:pic>
              <p:nvPicPr>
                <p:cNvPr id="4201" name="Ink 4200">
                  <a:extLst>
                    <a:ext uri="{FF2B5EF4-FFF2-40B4-BE49-F238E27FC236}">
                      <a16:creationId xmlns:a16="http://schemas.microsoft.com/office/drawing/2014/main" id="{6764B39A-376E-E291-6552-4EFC5F3796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06" name="Group 4205">
            <a:extLst>
              <a:ext uri="{FF2B5EF4-FFF2-40B4-BE49-F238E27FC236}">
                <a16:creationId xmlns:a16="http://schemas.microsoft.com/office/drawing/2014/main" id="{E6A11CBF-BB66-BFE1-27F2-41BD29AD9DDD}"/>
              </a:ext>
            </a:extLst>
          </p:cNvPr>
          <p:cNvGrpSpPr/>
          <p:nvPr/>
        </p:nvGrpSpPr>
        <p:grpSpPr>
          <a:xfrm>
            <a:off x="1583331" y="4913662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207" name="Ink 4206">
                  <a:extLst>
                    <a:ext uri="{FF2B5EF4-FFF2-40B4-BE49-F238E27FC236}">
                      <a16:creationId xmlns:a16="http://schemas.microsoft.com/office/drawing/2014/main" id="{F7EDACFA-7073-C348-36C4-E2B1E3787D88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>
            <p:pic>
              <p:nvPicPr>
                <p:cNvPr id="4207" name="Ink 4206">
                  <a:extLst>
                    <a:ext uri="{FF2B5EF4-FFF2-40B4-BE49-F238E27FC236}">
                      <a16:creationId xmlns:a16="http://schemas.microsoft.com/office/drawing/2014/main" id="{F7EDACFA-7073-C348-36C4-E2B1E3787D8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208" name="Ink 4207">
                  <a:extLst>
                    <a:ext uri="{FF2B5EF4-FFF2-40B4-BE49-F238E27FC236}">
                      <a16:creationId xmlns:a16="http://schemas.microsoft.com/office/drawing/2014/main" id="{A534B6C8-9ED6-1A9F-20AD-2575E87292A2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>
            <p:pic>
              <p:nvPicPr>
                <p:cNvPr id="4208" name="Ink 4207">
                  <a:extLst>
                    <a:ext uri="{FF2B5EF4-FFF2-40B4-BE49-F238E27FC236}">
                      <a16:creationId xmlns:a16="http://schemas.microsoft.com/office/drawing/2014/main" id="{A534B6C8-9ED6-1A9F-20AD-2575E87292A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209" name="Ink 4208">
                  <a:extLst>
                    <a:ext uri="{FF2B5EF4-FFF2-40B4-BE49-F238E27FC236}">
                      <a16:creationId xmlns:a16="http://schemas.microsoft.com/office/drawing/2014/main" id="{B49D12F9-7CC7-7611-CE8D-6077FB716FC2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>
            <p:pic>
              <p:nvPicPr>
                <p:cNvPr id="4209" name="Ink 4208">
                  <a:extLst>
                    <a:ext uri="{FF2B5EF4-FFF2-40B4-BE49-F238E27FC236}">
                      <a16:creationId xmlns:a16="http://schemas.microsoft.com/office/drawing/2014/main" id="{B49D12F9-7CC7-7611-CE8D-6077FB716F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216" name="Ink 4215">
                <a:extLst>
                  <a:ext uri="{FF2B5EF4-FFF2-40B4-BE49-F238E27FC236}">
                    <a16:creationId xmlns:a16="http://schemas.microsoft.com/office/drawing/2014/main" id="{40356C9C-226F-2BC7-CF00-20FC83853771}"/>
                  </a:ext>
                </a:extLst>
              </p14:cNvPr>
              <p14:cNvContentPartPr/>
              <p14:nvPr/>
            </p14:nvContentPartPr>
            <p14:xfrm>
              <a:off x="1548050" y="5334661"/>
              <a:ext cx="139320" cy="20520"/>
            </p14:xfrm>
          </p:contentPart>
        </mc:Choice>
        <mc:Fallback>
          <p:pic>
            <p:nvPicPr>
              <p:cNvPr id="4216" name="Ink 4215">
                <a:extLst>
                  <a:ext uri="{FF2B5EF4-FFF2-40B4-BE49-F238E27FC236}">
                    <a16:creationId xmlns:a16="http://schemas.microsoft.com/office/drawing/2014/main" id="{40356C9C-226F-2BC7-CF00-20FC8385377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541930" y="5328541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4217" name="Ink 4216">
                <a:extLst>
                  <a:ext uri="{FF2B5EF4-FFF2-40B4-BE49-F238E27FC236}">
                    <a16:creationId xmlns:a16="http://schemas.microsoft.com/office/drawing/2014/main" id="{63757281-0426-E21D-81FB-FD540726BB91}"/>
                  </a:ext>
                </a:extLst>
              </p14:cNvPr>
              <p14:cNvContentPartPr/>
              <p14:nvPr/>
            </p14:nvContentPartPr>
            <p14:xfrm>
              <a:off x="1732370" y="5420701"/>
              <a:ext cx="196200" cy="14040"/>
            </p14:xfrm>
          </p:contentPart>
        </mc:Choice>
        <mc:Fallback>
          <p:pic>
            <p:nvPicPr>
              <p:cNvPr id="4217" name="Ink 4216">
                <a:extLst>
                  <a:ext uri="{FF2B5EF4-FFF2-40B4-BE49-F238E27FC236}">
                    <a16:creationId xmlns:a16="http://schemas.microsoft.com/office/drawing/2014/main" id="{63757281-0426-E21D-81FB-FD540726BB9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26250" y="5414581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218" name="Ink 4217">
                <a:extLst>
                  <a:ext uri="{FF2B5EF4-FFF2-40B4-BE49-F238E27FC236}">
                    <a16:creationId xmlns:a16="http://schemas.microsoft.com/office/drawing/2014/main" id="{99E282B9-A7DE-8084-BBA2-364359B2076C}"/>
                  </a:ext>
                </a:extLst>
              </p14:cNvPr>
              <p14:cNvContentPartPr/>
              <p14:nvPr/>
            </p14:nvContentPartPr>
            <p14:xfrm>
              <a:off x="1750370" y="5210821"/>
              <a:ext cx="136800" cy="222840"/>
            </p14:xfrm>
          </p:contentPart>
        </mc:Choice>
        <mc:Fallback>
          <p:pic>
            <p:nvPicPr>
              <p:cNvPr id="4218" name="Ink 4217">
                <a:extLst>
                  <a:ext uri="{FF2B5EF4-FFF2-40B4-BE49-F238E27FC236}">
                    <a16:creationId xmlns:a16="http://schemas.microsoft.com/office/drawing/2014/main" id="{99E282B9-A7DE-8084-BBA2-364359B2076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744250" y="5204701"/>
                <a:ext cx="149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4219" name="Ink 4218">
                <a:extLst>
                  <a:ext uri="{FF2B5EF4-FFF2-40B4-BE49-F238E27FC236}">
                    <a16:creationId xmlns:a16="http://schemas.microsoft.com/office/drawing/2014/main" id="{2ED41FB6-C466-2D4B-AB5C-393E2753B1E6}"/>
                  </a:ext>
                </a:extLst>
              </p14:cNvPr>
              <p14:cNvContentPartPr/>
              <p14:nvPr/>
            </p14:nvContentPartPr>
            <p14:xfrm>
              <a:off x="1587831" y="5627038"/>
              <a:ext cx="139320" cy="20520"/>
            </p14:xfrm>
          </p:contentPart>
        </mc:Choice>
        <mc:Fallback>
          <p:pic>
            <p:nvPicPr>
              <p:cNvPr id="4219" name="Ink 4218">
                <a:extLst>
                  <a:ext uri="{FF2B5EF4-FFF2-40B4-BE49-F238E27FC236}">
                    <a16:creationId xmlns:a16="http://schemas.microsoft.com/office/drawing/2014/main" id="{2ED41FB6-C466-2D4B-AB5C-393E2753B1E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581711" y="5620918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220" name="Ink 4219">
                <a:extLst>
                  <a:ext uri="{FF2B5EF4-FFF2-40B4-BE49-F238E27FC236}">
                    <a16:creationId xmlns:a16="http://schemas.microsoft.com/office/drawing/2014/main" id="{39D6B2F5-0F3B-40F3-773F-FE98299F3D4B}"/>
                  </a:ext>
                </a:extLst>
              </p14:cNvPr>
              <p14:cNvContentPartPr/>
              <p14:nvPr/>
            </p14:nvContentPartPr>
            <p14:xfrm>
              <a:off x="1772151" y="5713078"/>
              <a:ext cx="196200" cy="14040"/>
            </p14:xfrm>
          </p:contentPart>
        </mc:Choice>
        <mc:Fallback>
          <p:pic>
            <p:nvPicPr>
              <p:cNvPr id="4220" name="Ink 4219">
                <a:extLst>
                  <a:ext uri="{FF2B5EF4-FFF2-40B4-BE49-F238E27FC236}">
                    <a16:creationId xmlns:a16="http://schemas.microsoft.com/office/drawing/2014/main" id="{39D6B2F5-0F3B-40F3-773F-FE98299F3D4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66031" y="5706958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221" name="Ink 4220">
                <a:extLst>
                  <a:ext uri="{FF2B5EF4-FFF2-40B4-BE49-F238E27FC236}">
                    <a16:creationId xmlns:a16="http://schemas.microsoft.com/office/drawing/2014/main" id="{D8F18D8E-743C-02E1-066B-3DA40E78D5D5}"/>
                  </a:ext>
                </a:extLst>
              </p14:cNvPr>
              <p14:cNvContentPartPr/>
              <p14:nvPr/>
            </p14:nvContentPartPr>
            <p14:xfrm>
              <a:off x="1790151" y="5503198"/>
              <a:ext cx="136800" cy="222840"/>
            </p14:xfrm>
          </p:contentPart>
        </mc:Choice>
        <mc:Fallback>
          <p:pic>
            <p:nvPicPr>
              <p:cNvPr id="4221" name="Ink 4220">
                <a:extLst>
                  <a:ext uri="{FF2B5EF4-FFF2-40B4-BE49-F238E27FC236}">
                    <a16:creationId xmlns:a16="http://schemas.microsoft.com/office/drawing/2014/main" id="{D8F18D8E-743C-02E1-066B-3DA40E78D5D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784031" y="5497078"/>
                <a:ext cx="149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222" name="Ink 4221">
                <a:extLst>
                  <a:ext uri="{FF2B5EF4-FFF2-40B4-BE49-F238E27FC236}">
                    <a16:creationId xmlns:a16="http://schemas.microsoft.com/office/drawing/2014/main" id="{3A3939EE-2523-2866-6970-EFF87FE90D73}"/>
                  </a:ext>
                </a:extLst>
              </p14:cNvPr>
              <p14:cNvContentPartPr/>
              <p14:nvPr/>
            </p14:nvContentPartPr>
            <p14:xfrm>
              <a:off x="1740231" y="5779438"/>
              <a:ext cx="139320" cy="20520"/>
            </p14:xfrm>
          </p:contentPart>
        </mc:Choice>
        <mc:Fallback>
          <p:pic>
            <p:nvPicPr>
              <p:cNvPr id="4222" name="Ink 4221">
                <a:extLst>
                  <a:ext uri="{FF2B5EF4-FFF2-40B4-BE49-F238E27FC236}">
                    <a16:creationId xmlns:a16="http://schemas.microsoft.com/office/drawing/2014/main" id="{3A3939EE-2523-2866-6970-EFF87FE90D7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34111" y="5773318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4223" name="Ink 4222">
                <a:extLst>
                  <a:ext uri="{FF2B5EF4-FFF2-40B4-BE49-F238E27FC236}">
                    <a16:creationId xmlns:a16="http://schemas.microsoft.com/office/drawing/2014/main" id="{54E38113-28E2-B4BF-3DF2-0A010993CCE5}"/>
                  </a:ext>
                </a:extLst>
              </p14:cNvPr>
              <p14:cNvContentPartPr/>
              <p14:nvPr/>
            </p14:nvContentPartPr>
            <p14:xfrm>
              <a:off x="1924551" y="5865478"/>
              <a:ext cx="196200" cy="14040"/>
            </p14:xfrm>
          </p:contentPart>
        </mc:Choice>
        <mc:Fallback>
          <p:pic>
            <p:nvPicPr>
              <p:cNvPr id="4223" name="Ink 4222">
                <a:extLst>
                  <a:ext uri="{FF2B5EF4-FFF2-40B4-BE49-F238E27FC236}">
                    <a16:creationId xmlns:a16="http://schemas.microsoft.com/office/drawing/2014/main" id="{54E38113-28E2-B4BF-3DF2-0A010993CCE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18431" y="5859358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224" name="Ink 4223">
                <a:extLst>
                  <a:ext uri="{FF2B5EF4-FFF2-40B4-BE49-F238E27FC236}">
                    <a16:creationId xmlns:a16="http://schemas.microsoft.com/office/drawing/2014/main" id="{A3CBE14A-47A9-150F-C1B9-FE9AA01BCD91}"/>
                  </a:ext>
                </a:extLst>
              </p14:cNvPr>
              <p14:cNvContentPartPr/>
              <p14:nvPr/>
            </p14:nvContentPartPr>
            <p14:xfrm>
              <a:off x="1942551" y="5655598"/>
              <a:ext cx="136800" cy="222840"/>
            </p14:xfrm>
          </p:contentPart>
        </mc:Choice>
        <mc:Fallback>
          <p:pic>
            <p:nvPicPr>
              <p:cNvPr id="4224" name="Ink 4223">
                <a:extLst>
                  <a:ext uri="{FF2B5EF4-FFF2-40B4-BE49-F238E27FC236}">
                    <a16:creationId xmlns:a16="http://schemas.microsoft.com/office/drawing/2014/main" id="{A3CBE14A-47A9-150F-C1B9-FE9AA01BCD9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936431" y="5649478"/>
                <a:ext cx="149040" cy="23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78186" y="1447800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611586" y="1371599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839" y="122239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Box 105">
            <a:extLst>
              <a:ext uri="{FF2B5EF4-FFF2-40B4-BE49-F238E27FC236}">
                <a16:creationId xmlns:a16="http://schemas.microsoft.com/office/drawing/2014/main" id="{F90E6EDB-FD9F-C132-EE72-32AC06335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66" y="561799"/>
            <a:ext cx="58528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</a:rPr>
              <a:t>Copied what I could from last slide to make it look pretty. 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Also, not sure if you want me to include null nodes/branches 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so I have 2 versions for your viewing pleasure</a:t>
            </a:r>
          </a:p>
        </p:txBody>
      </p:sp>
      <p:grpSp>
        <p:nvGrpSpPr>
          <p:cNvPr id="5137" name="Group 5136">
            <a:extLst>
              <a:ext uri="{FF2B5EF4-FFF2-40B4-BE49-F238E27FC236}">
                <a16:creationId xmlns:a16="http://schemas.microsoft.com/office/drawing/2014/main" id="{0A1DDDA9-08D3-D009-B2B3-A9CECD837523}"/>
              </a:ext>
            </a:extLst>
          </p:cNvPr>
          <p:cNvGrpSpPr/>
          <p:nvPr/>
        </p:nvGrpSpPr>
        <p:grpSpPr>
          <a:xfrm>
            <a:off x="2122039" y="1501405"/>
            <a:ext cx="5497961" cy="2232395"/>
            <a:chOff x="2122039" y="1501405"/>
            <a:chExt cx="6728399" cy="2760389"/>
          </a:xfrm>
        </p:grpSpPr>
        <p:sp>
          <p:nvSpPr>
            <p:cNvPr id="4" name="Oval 144">
              <a:extLst>
                <a:ext uri="{FF2B5EF4-FFF2-40B4-BE49-F238E27FC236}">
                  <a16:creationId xmlns:a16="http://schemas.microsoft.com/office/drawing/2014/main" id="{BCF6F3B4-99A7-D200-6ACC-3EF4BCB21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039" y="150140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35	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" name="Oval 146">
              <a:extLst>
                <a:ext uri="{FF2B5EF4-FFF2-40B4-BE49-F238E27FC236}">
                  <a16:creationId xmlns:a16="http://schemas.microsoft.com/office/drawing/2014/main" id="{94BD3508-04F1-D954-62BA-13048634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051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20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6" name="Oval 147">
              <a:extLst>
                <a:ext uri="{FF2B5EF4-FFF2-40B4-BE49-F238E27FC236}">
                  <a16:creationId xmlns:a16="http://schemas.microsoft.com/office/drawing/2014/main" id="{72022DF9-07F6-4C31-FB19-DDEC34B8B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993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71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" name="Oval 148">
              <a:extLst>
                <a:ext uri="{FF2B5EF4-FFF2-40B4-BE49-F238E27FC236}">
                  <a16:creationId xmlns:a16="http://schemas.microsoft.com/office/drawing/2014/main" id="{B63ED859-217E-D361-07E8-19BB8B16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244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40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2" name="Line 155">
              <a:extLst>
                <a:ext uri="{FF2B5EF4-FFF2-40B4-BE49-F238E27FC236}">
                  <a16:creationId xmlns:a16="http://schemas.microsoft.com/office/drawing/2014/main" id="{16FBAAE9-1B06-7C93-D8B6-9ADBA865C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251" y="1797847"/>
              <a:ext cx="1166888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57">
              <a:extLst>
                <a:ext uri="{FF2B5EF4-FFF2-40B4-BE49-F238E27FC236}">
                  <a16:creationId xmlns:a16="http://schemas.microsoft.com/office/drawing/2014/main" id="{3861EC4C-37BE-9EAF-50C2-39AB3EF49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1405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55">
              <a:extLst>
                <a:ext uri="{FF2B5EF4-FFF2-40B4-BE49-F238E27FC236}">
                  <a16:creationId xmlns:a16="http://schemas.microsoft.com/office/drawing/2014/main" id="{39D523DB-09AB-1D21-73D4-0C7215DA2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57" y="1797847"/>
              <a:ext cx="1349755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Oval 148">
              <a:extLst>
                <a:ext uri="{FF2B5EF4-FFF2-40B4-BE49-F238E27FC236}">
                  <a16:creationId xmlns:a16="http://schemas.microsoft.com/office/drawing/2014/main" id="{FD7C5827-FA32-E469-94C4-29DEC789FC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74905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52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49" name="Line 157">
              <a:extLst>
                <a:ext uri="{FF2B5EF4-FFF2-40B4-BE49-F238E27FC236}">
                  <a16:creationId xmlns:a16="http://schemas.microsoft.com/office/drawing/2014/main" id="{90AB2AD8-E00D-E439-B9B6-62F3169C9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232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148">
              <a:extLst>
                <a:ext uri="{FF2B5EF4-FFF2-40B4-BE49-F238E27FC236}">
                  <a16:creationId xmlns:a16="http://schemas.microsoft.com/office/drawing/2014/main" id="{CD550616-BB23-CA0F-C98B-42578F47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651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63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" name="Line 157">
              <a:extLst>
                <a:ext uri="{FF2B5EF4-FFF2-40B4-BE49-F238E27FC236}">
                  <a16:creationId xmlns:a16="http://schemas.microsoft.com/office/drawing/2014/main" id="{38AB611B-4BF5-7AF2-5249-ED9DE1FDF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4812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148">
              <a:extLst>
                <a:ext uri="{FF2B5EF4-FFF2-40B4-BE49-F238E27FC236}">
                  <a16:creationId xmlns:a16="http://schemas.microsoft.com/office/drawing/2014/main" id="{960B0611-9BFF-283B-2086-4DCF92F275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708312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null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3" name="Line 157">
              <a:extLst>
                <a:ext uri="{FF2B5EF4-FFF2-40B4-BE49-F238E27FC236}">
                  <a16:creationId xmlns:a16="http://schemas.microsoft.com/office/drawing/2014/main" id="{A7A04C3A-FD2F-19DB-34B0-5807D4D74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3639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26" name="Group 5125">
              <a:extLst>
                <a:ext uri="{FF2B5EF4-FFF2-40B4-BE49-F238E27FC236}">
                  <a16:creationId xmlns:a16="http://schemas.microsoft.com/office/drawing/2014/main" id="{DFCFCA8C-4E54-84F8-E4DD-563BF5486CD0}"/>
                </a:ext>
              </a:extLst>
            </p:cNvPr>
            <p:cNvGrpSpPr/>
            <p:nvPr/>
          </p:nvGrpSpPr>
          <p:grpSpPr>
            <a:xfrm>
              <a:off x="2122039" y="3251928"/>
              <a:ext cx="3173969" cy="1009469"/>
              <a:chOff x="2362200" y="3451636"/>
              <a:chExt cx="3173969" cy="1009469"/>
            </a:xfrm>
          </p:grpSpPr>
          <p:sp>
            <p:nvSpPr>
              <p:cNvPr id="59" name="Oval 148">
                <a:extLst>
                  <a:ext uri="{FF2B5EF4-FFF2-40B4-BE49-F238E27FC236}">
                    <a16:creationId xmlns:a16="http://schemas.microsoft.com/office/drawing/2014/main" id="{2400A619-9C7E-207B-4F05-DCD6A7CA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17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60" name="Line 157">
                <a:extLst>
                  <a:ext uri="{FF2B5EF4-FFF2-40B4-BE49-F238E27FC236}">
                    <a16:creationId xmlns:a16="http://schemas.microsoft.com/office/drawing/2014/main" id="{0430F0A6-49B9-7CD1-B94C-168B7E357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Oval 148">
                <a:extLst>
                  <a:ext uri="{FF2B5EF4-FFF2-40B4-BE49-F238E27FC236}">
                    <a16:creationId xmlns:a16="http://schemas.microsoft.com/office/drawing/2014/main" id="{41CA1C5E-8C77-5DEB-72F6-5956D71B0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25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62" name="Line 157">
                <a:extLst>
                  <a:ext uri="{FF2B5EF4-FFF2-40B4-BE49-F238E27FC236}">
                    <a16:creationId xmlns:a16="http://schemas.microsoft.com/office/drawing/2014/main" id="{B521F094-C383-92C1-CC17-E4D67560A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5" name="Group 5124">
                <a:extLst>
                  <a:ext uri="{FF2B5EF4-FFF2-40B4-BE49-F238E27FC236}">
                    <a16:creationId xmlns:a16="http://schemas.microsoft.com/office/drawing/2014/main" id="{DEA1526A-0D1A-061D-D2FF-9996410B9AA0}"/>
                  </a:ext>
                </a:extLst>
              </p:cNvPr>
              <p:cNvGrpSpPr/>
              <p:nvPr/>
            </p:nvGrpSpPr>
            <p:grpSpPr>
              <a:xfrm flipH="1">
                <a:off x="4227149" y="3451636"/>
                <a:ext cx="1309020" cy="1009469"/>
                <a:chOff x="4303402" y="3693628"/>
                <a:chExt cx="1309020" cy="1009469"/>
              </a:xfrm>
            </p:grpSpPr>
            <p:sp>
              <p:nvSpPr>
                <p:cNvPr id="63" name="Oval 148">
                  <a:extLst>
                    <a:ext uri="{FF2B5EF4-FFF2-40B4-BE49-F238E27FC236}">
                      <a16:creationId xmlns:a16="http://schemas.microsoft.com/office/drawing/2014/main" id="{7CEDD076-3E96-6246-A866-4F06A68F7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3402" y="424589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7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20" name="Line 157">
                  <a:extLst>
                    <a:ext uri="{FF2B5EF4-FFF2-40B4-BE49-F238E27FC236}">
                      <a16:creationId xmlns:a16="http://schemas.microsoft.com/office/drawing/2014/main" id="{45274243-58D5-745F-6447-4A3CA06ABB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71501" y="3695758"/>
                  <a:ext cx="25119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1" name="Oval 148">
                  <a:extLst>
                    <a:ext uri="{FF2B5EF4-FFF2-40B4-BE49-F238E27FC236}">
                      <a16:creationId xmlns:a16="http://schemas.microsoft.com/office/drawing/2014/main" id="{CA87A4A9-D91F-DD6D-3931-5D838A0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155222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null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22" name="Line 157">
                  <a:extLst>
                    <a:ext uri="{FF2B5EF4-FFF2-40B4-BE49-F238E27FC236}">
                      <a16:creationId xmlns:a16="http://schemas.microsoft.com/office/drawing/2014/main" id="{B873B13C-D763-B33F-7941-6CC91883A5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1925" y="3693628"/>
                  <a:ext cx="209678" cy="5365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127" name="Group 5126">
              <a:extLst>
                <a:ext uri="{FF2B5EF4-FFF2-40B4-BE49-F238E27FC236}">
                  <a16:creationId xmlns:a16="http://schemas.microsoft.com/office/drawing/2014/main" id="{62A5D459-5D0E-DE75-3160-65887EDAFC4C}"/>
                </a:ext>
              </a:extLst>
            </p:cNvPr>
            <p:cNvGrpSpPr/>
            <p:nvPr/>
          </p:nvGrpSpPr>
          <p:grpSpPr>
            <a:xfrm flipH="1">
              <a:off x="5562600" y="3267658"/>
              <a:ext cx="3287838" cy="994136"/>
              <a:chOff x="2362200" y="3451636"/>
              <a:chExt cx="3287838" cy="994136"/>
            </a:xfrm>
          </p:grpSpPr>
          <p:sp>
            <p:nvSpPr>
              <p:cNvPr id="5128" name="Oval 148">
                <a:extLst>
                  <a:ext uri="{FF2B5EF4-FFF2-40B4-BE49-F238E27FC236}">
                    <a16:creationId xmlns:a16="http://schemas.microsoft.com/office/drawing/2014/main" id="{30759DF9-D37D-D29C-CD4E-EB6CAC76A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null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129" name="Line 157">
                <a:extLst>
                  <a:ext uri="{FF2B5EF4-FFF2-40B4-BE49-F238E27FC236}">
                    <a16:creationId xmlns:a16="http://schemas.microsoft.com/office/drawing/2014/main" id="{7144667C-82F2-E6B1-5D84-BD70F5E9A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0" name="Oval 148">
                <a:extLst>
                  <a:ext uri="{FF2B5EF4-FFF2-40B4-BE49-F238E27FC236}">
                    <a16:creationId xmlns:a16="http://schemas.microsoft.com/office/drawing/2014/main" id="{84B9D6C5-CCAA-7AA6-9696-8287A18A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null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131" name="Line 157">
                <a:extLst>
                  <a:ext uri="{FF2B5EF4-FFF2-40B4-BE49-F238E27FC236}">
                    <a16:creationId xmlns:a16="http://schemas.microsoft.com/office/drawing/2014/main" id="{E6E1AF37-8E66-8A9B-FFCA-E8FEEF277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32" name="Group 5131">
                <a:extLst>
                  <a:ext uri="{FF2B5EF4-FFF2-40B4-BE49-F238E27FC236}">
                    <a16:creationId xmlns:a16="http://schemas.microsoft.com/office/drawing/2014/main" id="{A531FF30-EB02-D83C-6FC5-8A1FCDCE1201}"/>
                  </a:ext>
                </a:extLst>
              </p:cNvPr>
              <p:cNvGrpSpPr/>
              <p:nvPr/>
            </p:nvGrpSpPr>
            <p:grpSpPr>
              <a:xfrm flipH="1">
                <a:off x="4227149" y="3451636"/>
                <a:ext cx="1422889" cy="993739"/>
                <a:chOff x="4189533" y="3693628"/>
                <a:chExt cx="1422889" cy="993739"/>
              </a:xfrm>
            </p:grpSpPr>
            <p:sp>
              <p:nvSpPr>
                <p:cNvPr id="5133" name="Oval 148">
                  <a:extLst>
                    <a:ext uri="{FF2B5EF4-FFF2-40B4-BE49-F238E27FC236}">
                      <a16:creationId xmlns:a16="http://schemas.microsoft.com/office/drawing/2014/main" id="{71916124-B8B0-9396-B978-E2F18486D4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9533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null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34" name="Line 157">
                  <a:extLst>
                    <a:ext uri="{FF2B5EF4-FFF2-40B4-BE49-F238E27FC236}">
                      <a16:creationId xmlns:a16="http://schemas.microsoft.com/office/drawing/2014/main" id="{416A24B1-AE7D-0A23-9C00-EA02DBA97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29780" y="3695758"/>
                  <a:ext cx="29291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5" name="Oval 148">
                  <a:extLst>
                    <a:ext uri="{FF2B5EF4-FFF2-40B4-BE49-F238E27FC236}">
                      <a16:creationId xmlns:a16="http://schemas.microsoft.com/office/drawing/2014/main" id="{182E4596-D12F-0D56-65F1-5898C80B34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155222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45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" name="Line 157">
                  <a:extLst>
                    <a:ext uri="{FF2B5EF4-FFF2-40B4-BE49-F238E27FC236}">
                      <a16:creationId xmlns:a16="http://schemas.microsoft.com/office/drawing/2014/main" id="{4C34C115-0B8D-D5EA-959A-AE9BA3BA6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1925" y="3693628"/>
                  <a:ext cx="209678" cy="5365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187" name="Group 5186">
            <a:extLst>
              <a:ext uri="{FF2B5EF4-FFF2-40B4-BE49-F238E27FC236}">
                <a16:creationId xmlns:a16="http://schemas.microsoft.com/office/drawing/2014/main" id="{42863C6D-32B8-86B8-80F0-650C851AA2D4}"/>
              </a:ext>
            </a:extLst>
          </p:cNvPr>
          <p:cNvGrpSpPr/>
          <p:nvPr/>
        </p:nvGrpSpPr>
        <p:grpSpPr>
          <a:xfrm>
            <a:off x="2145814" y="3882277"/>
            <a:ext cx="4290863" cy="2232074"/>
            <a:chOff x="2122039" y="1501405"/>
            <a:chExt cx="5251154" cy="2759992"/>
          </a:xfrm>
        </p:grpSpPr>
        <p:sp>
          <p:nvSpPr>
            <p:cNvPr id="5188" name="Oval 144">
              <a:extLst>
                <a:ext uri="{FF2B5EF4-FFF2-40B4-BE49-F238E27FC236}">
                  <a16:creationId xmlns:a16="http://schemas.microsoft.com/office/drawing/2014/main" id="{5285AF02-B94B-4618-24B5-FD41607EF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039" y="150140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35	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89" name="Oval 146">
              <a:extLst>
                <a:ext uri="{FF2B5EF4-FFF2-40B4-BE49-F238E27FC236}">
                  <a16:creationId xmlns:a16="http://schemas.microsoft.com/office/drawing/2014/main" id="{529221EF-56BC-2DD7-CA9E-F3C9AA7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051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20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0" name="Oval 147">
              <a:extLst>
                <a:ext uri="{FF2B5EF4-FFF2-40B4-BE49-F238E27FC236}">
                  <a16:creationId xmlns:a16="http://schemas.microsoft.com/office/drawing/2014/main" id="{239DA228-E0F1-CACC-FBC2-DC06B2EB4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993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71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1" name="Oval 148">
              <a:extLst>
                <a:ext uri="{FF2B5EF4-FFF2-40B4-BE49-F238E27FC236}">
                  <a16:creationId xmlns:a16="http://schemas.microsoft.com/office/drawing/2014/main" id="{0D4F5C19-968C-5422-88EA-9EC13B368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244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40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2" name="Line 155">
              <a:extLst>
                <a:ext uri="{FF2B5EF4-FFF2-40B4-BE49-F238E27FC236}">
                  <a16:creationId xmlns:a16="http://schemas.microsoft.com/office/drawing/2014/main" id="{BEA6FCF4-642C-5E40-7A30-A89077009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251" y="1797847"/>
              <a:ext cx="1166888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3" name="Line 157">
              <a:extLst>
                <a:ext uri="{FF2B5EF4-FFF2-40B4-BE49-F238E27FC236}">
                  <a16:creationId xmlns:a16="http://schemas.microsoft.com/office/drawing/2014/main" id="{AC8EEC4A-796F-0D1A-4B46-00E3579FE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1405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4" name="Line 155">
              <a:extLst>
                <a:ext uri="{FF2B5EF4-FFF2-40B4-BE49-F238E27FC236}">
                  <a16:creationId xmlns:a16="http://schemas.microsoft.com/office/drawing/2014/main" id="{932E1897-C235-EB1E-C95A-7109ECF47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57" y="1797847"/>
              <a:ext cx="1349755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95" name="Oval 148">
              <a:extLst>
                <a:ext uri="{FF2B5EF4-FFF2-40B4-BE49-F238E27FC236}">
                  <a16:creationId xmlns:a16="http://schemas.microsoft.com/office/drawing/2014/main" id="{CD33D327-B919-A137-2493-3E0A25F6C05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74905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52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6" name="Line 157">
              <a:extLst>
                <a:ext uri="{FF2B5EF4-FFF2-40B4-BE49-F238E27FC236}">
                  <a16:creationId xmlns:a16="http://schemas.microsoft.com/office/drawing/2014/main" id="{2DE4B74E-D156-6DAF-B754-ABFBA83C3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232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7" name="Oval 148">
              <a:extLst>
                <a:ext uri="{FF2B5EF4-FFF2-40B4-BE49-F238E27FC236}">
                  <a16:creationId xmlns:a16="http://schemas.microsoft.com/office/drawing/2014/main" id="{BED4CAFB-A7BE-E7B7-E0C6-EE87E3CA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651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63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8" name="Line 157">
              <a:extLst>
                <a:ext uri="{FF2B5EF4-FFF2-40B4-BE49-F238E27FC236}">
                  <a16:creationId xmlns:a16="http://schemas.microsoft.com/office/drawing/2014/main" id="{602EE4A4-1403-24D5-891E-9778B73F4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4812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1" name="Group 5200">
              <a:extLst>
                <a:ext uri="{FF2B5EF4-FFF2-40B4-BE49-F238E27FC236}">
                  <a16:creationId xmlns:a16="http://schemas.microsoft.com/office/drawing/2014/main" id="{C84FA0F3-C97F-F8EA-4009-C9B062629633}"/>
                </a:ext>
              </a:extLst>
            </p:cNvPr>
            <p:cNvGrpSpPr/>
            <p:nvPr/>
          </p:nvGrpSpPr>
          <p:grpSpPr>
            <a:xfrm>
              <a:off x="2122039" y="3251928"/>
              <a:ext cx="3173969" cy="1009469"/>
              <a:chOff x="2362200" y="3451636"/>
              <a:chExt cx="3173969" cy="1009469"/>
            </a:xfrm>
          </p:grpSpPr>
          <p:sp>
            <p:nvSpPr>
              <p:cNvPr id="5212" name="Oval 148">
                <a:extLst>
                  <a:ext uri="{FF2B5EF4-FFF2-40B4-BE49-F238E27FC236}">
                    <a16:creationId xmlns:a16="http://schemas.microsoft.com/office/drawing/2014/main" id="{78ECAAE5-2BB3-C623-BC9A-D71C7989D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17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3" name="Line 157">
                <a:extLst>
                  <a:ext uri="{FF2B5EF4-FFF2-40B4-BE49-F238E27FC236}">
                    <a16:creationId xmlns:a16="http://schemas.microsoft.com/office/drawing/2014/main" id="{0C86ADC2-1AAD-057D-6A81-EAE1AAE51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14" name="Oval 148">
                <a:extLst>
                  <a:ext uri="{FF2B5EF4-FFF2-40B4-BE49-F238E27FC236}">
                    <a16:creationId xmlns:a16="http://schemas.microsoft.com/office/drawing/2014/main" id="{7C9702F8-13D6-BC4C-BC81-B5FFABCC9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25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5" name="Line 157">
                <a:extLst>
                  <a:ext uri="{FF2B5EF4-FFF2-40B4-BE49-F238E27FC236}">
                    <a16:creationId xmlns:a16="http://schemas.microsoft.com/office/drawing/2014/main" id="{DE52FF55-FB92-DE11-3758-6337B0780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16" name="Group 5215">
                <a:extLst>
                  <a:ext uri="{FF2B5EF4-FFF2-40B4-BE49-F238E27FC236}">
                    <a16:creationId xmlns:a16="http://schemas.microsoft.com/office/drawing/2014/main" id="{A063B761-2B14-B966-E495-A92DB84D392E}"/>
                  </a:ext>
                </a:extLst>
              </p:cNvPr>
              <p:cNvGrpSpPr/>
              <p:nvPr/>
            </p:nvGrpSpPr>
            <p:grpSpPr>
              <a:xfrm flipH="1">
                <a:off x="5016873" y="3453766"/>
                <a:ext cx="519296" cy="1007339"/>
                <a:chOff x="4303402" y="3695758"/>
                <a:chExt cx="519296" cy="1007339"/>
              </a:xfrm>
            </p:grpSpPr>
            <p:sp>
              <p:nvSpPr>
                <p:cNvPr id="5217" name="Oval 148">
                  <a:extLst>
                    <a:ext uri="{FF2B5EF4-FFF2-40B4-BE49-F238E27FC236}">
                      <a16:creationId xmlns:a16="http://schemas.microsoft.com/office/drawing/2014/main" id="{D90D4933-F992-2CF5-0A1E-05A933F76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3402" y="424589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7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18" name="Line 157">
                  <a:extLst>
                    <a:ext uri="{FF2B5EF4-FFF2-40B4-BE49-F238E27FC236}">
                      <a16:creationId xmlns:a16="http://schemas.microsoft.com/office/drawing/2014/main" id="{CFD92A3B-5C18-DDA8-0578-DD494D1481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71501" y="3695758"/>
                  <a:ext cx="25119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207" name="Group 5206">
              <a:extLst>
                <a:ext uri="{FF2B5EF4-FFF2-40B4-BE49-F238E27FC236}">
                  <a16:creationId xmlns:a16="http://schemas.microsoft.com/office/drawing/2014/main" id="{9D442928-5955-1E93-2E1E-CA5A82F2C45D}"/>
                </a:ext>
              </a:extLst>
            </p:cNvPr>
            <p:cNvGrpSpPr/>
            <p:nvPr/>
          </p:nvGrpSpPr>
          <p:grpSpPr>
            <a:xfrm>
              <a:off x="6514992" y="3267658"/>
              <a:ext cx="470497" cy="993739"/>
              <a:chOff x="5141925" y="3693628"/>
              <a:chExt cx="470497" cy="993739"/>
            </a:xfrm>
          </p:grpSpPr>
          <p:sp>
            <p:nvSpPr>
              <p:cNvPr id="5210" name="Oval 148">
                <a:extLst>
                  <a:ext uri="{FF2B5EF4-FFF2-40B4-BE49-F238E27FC236}">
                    <a16:creationId xmlns:a16="http://schemas.microsoft.com/office/drawing/2014/main" id="{F98FE4A4-FE47-FAA6-5749-1FD0A290B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155222" y="4230167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45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1" name="Line 157">
                <a:extLst>
                  <a:ext uri="{FF2B5EF4-FFF2-40B4-BE49-F238E27FC236}">
                    <a16:creationId xmlns:a16="http://schemas.microsoft.com/office/drawing/2014/main" id="{0375976C-9652-B37E-4D9F-BAFD4C998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1925" y="3693628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522</Words>
  <Application>Microsoft Office PowerPoint</Application>
  <PresentationFormat>On-screen Show (4:3)</PresentationFormat>
  <Paragraphs>143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yoni rubin</cp:lastModifiedBy>
  <cp:revision>42</cp:revision>
  <cp:lastPrinted>2016-04-12T17:35:20Z</cp:lastPrinted>
  <dcterms:created xsi:type="dcterms:W3CDTF">2006-11-01T05:42:40Z</dcterms:created>
  <dcterms:modified xsi:type="dcterms:W3CDTF">2026-03-29T02:19:55Z</dcterms:modified>
</cp:coreProperties>
</file>